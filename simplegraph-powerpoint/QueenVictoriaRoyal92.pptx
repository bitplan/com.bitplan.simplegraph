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5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slide+xml" PartName="/ppt/slides/slide42.xml"/>
  <Override ContentType="application/vnd.openxmlformats-officedocument.presentationml.slide+xml" PartName="/ppt/slides/slide43.xml"/>
  <Override ContentType="application/vnd.openxmlformats-officedocument.presentationml.slide+xml" PartName="/ppt/slides/slide44.xml"/>
  <Override ContentType="application/vnd.openxmlformats-officedocument.presentationml.slide+xml" PartName="/ppt/slides/slide45.xml"/>
  <Override ContentType="application/vnd.openxmlformats-officedocument.presentationml.slide+xml" PartName="/ppt/slides/slide46.xml"/>
  <Override ContentType="application/vnd.openxmlformats-officedocument.presentationml.slide+xml" PartName="/ppt/slides/slide47.xml"/>
  <Override ContentType="application/vnd.openxmlformats-officedocument.presentationml.slide+xml" PartName="/ppt/slides/slide48.xml"/>
  <Override ContentType="application/vnd.openxmlformats-officedocument.presentationml.slide+xml" PartName="/ppt/slides/slide49.xml"/>
  <Override ContentType="application/vnd.openxmlformats-officedocument.presentationml.slide+xml" PartName="/ppt/slides/slide5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6"/>
    <p:sldId id="257" r:id="rId10"/>
    <p:sldId id="258" r:id="rId12"/>
    <p:sldId id="259" r:id="rId14"/>
    <p:sldId id="260" r:id="rId16"/>
    <p:sldId id="261" r:id="rId18"/>
    <p:sldId id="262" r:id="rId20"/>
    <p:sldId id="263" r:id="rId22"/>
    <p:sldId id="264" r:id="rId24"/>
    <p:sldId id="265" r:id="rId26"/>
    <p:sldId id="266" r:id="rId28"/>
    <p:sldId id="267" r:id="rId30"/>
    <p:sldId id="268" r:id="rId32"/>
    <p:sldId id="269" r:id="rId34"/>
    <p:sldId id="270" r:id="rId36"/>
    <p:sldId id="271" r:id="rId38"/>
    <p:sldId id="272" r:id="rId40"/>
    <p:sldId id="273" r:id="rId42"/>
    <p:sldId id="274" r:id="rId44"/>
    <p:sldId id="275" r:id="rId46"/>
    <p:sldId id="276" r:id="rId48"/>
    <p:sldId id="277" r:id="rId50"/>
    <p:sldId id="278" r:id="rId52"/>
    <p:sldId id="279" r:id="rId54"/>
    <p:sldId id="280" r:id="rId56"/>
    <p:sldId id="281" r:id="rId58"/>
    <p:sldId id="282" r:id="rId60"/>
    <p:sldId id="283" r:id="rId62"/>
    <p:sldId id="284" r:id="rId64"/>
    <p:sldId id="285" r:id="rId66"/>
    <p:sldId id="286" r:id="rId68"/>
    <p:sldId id="287" r:id="rId70"/>
    <p:sldId id="288" r:id="rId72"/>
    <p:sldId id="289" r:id="rId74"/>
    <p:sldId id="290" r:id="rId76"/>
    <p:sldId id="291" r:id="rId78"/>
    <p:sldId id="292" r:id="rId80"/>
    <p:sldId id="293" r:id="rId82"/>
    <p:sldId id="294" r:id="rId84"/>
    <p:sldId id="295" r:id="rId86"/>
    <p:sldId id="296" r:id="rId88"/>
    <p:sldId id="297" r:id="rId90"/>
    <p:sldId id="298" r:id="rId92"/>
    <p:sldId id="299" r:id="rId94"/>
    <p:sldId id="300" r:id="rId96"/>
    <p:sldId id="301" r:id="rId98"/>
    <p:sldId id="302" r:id="rId100"/>
    <p:sldId id="303" r:id="rId102"/>
    <p:sldId id="304" r:id="rId104"/>
    <p:sldId id="305" r:id="rId10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2.xml" Type="http://schemas.openxmlformats.org/officeDocument/2006/relationships/slide"/><Relationship Id="rId100" Target="slides/slide47.xml" Type="http://schemas.openxmlformats.org/officeDocument/2006/relationships/slide"/><Relationship Id="rId101" Target="notesSlides/notesSlide47.xml" Type="http://schemas.openxmlformats.org/officeDocument/2006/relationships/notesSlide"/><Relationship Id="rId102" Target="slides/slide48.xml" Type="http://schemas.openxmlformats.org/officeDocument/2006/relationships/slide"/><Relationship Id="rId103" Target="notesSlides/notesSlide48.xml" Type="http://schemas.openxmlformats.org/officeDocument/2006/relationships/notesSlide"/><Relationship Id="rId104" Target="slides/slide49.xml" Type="http://schemas.openxmlformats.org/officeDocument/2006/relationships/slide"/><Relationship Id="rId105" Target="notesSlides/notesSlide49.xml" Type="http://schemas.openxmlformats.org/officeDocument/2006/relationships/notesSlide"/><Relationship Id="rId106" Target="slides/slide50.xml" Type="http://schemas.openxmlformats.org/officeDocument/2006/relationships/slide"/><Relationship Id="rId107" Target="notesSlides/notesSlide50.xml" Type="http://schemas.openxmlformats.org/officeDocument/2006/relationships/notesSlide"/><Relationship Id="rId11" Target="notesSlides/notesSlide2.xml" Type="http://schemas.openxmlformats.org/officeDocument/2006/relationships/notesSlide"/><Relationship Id="rId12" Target="slides/slide3.xml" Type="http://schemas.openxmlformats.org/officeDocument/2006/relationships/slide"/><Relationship Id="rId13" Target="notesSlides/notesSlide3.xml" Type="http://schemas.openxmlformats.org/officeDocument/2006/relationships/notesSlide"/><Relationship Id="rId14" Target="slides/slide4.xml" Type="http://schemas.openxmlformats.org/officeDocument/2006/relationships/slide"/><Relationship Id="rId15" Target="notesSlides/notesSlide4.xml" Type="http://schemas.openxmlformats.org/officeDocument/2006/relationships/notesSlide"/><Relationship Id="rId16" Target="slides/slide5.xml" Type="http://schemas.openxmlformats.org/officeDocument/2006/relationships/slide"/><Relationship Id="rId17" Target="notesSlides/notesSlide5.xml" Type="http://schemas.openxmlformats.org/officeDocument/2006/relationships/notesSlide"/><Relationship Id="rId18" Target="slides/slide6.xml" Type="http://schemas.openxmlformats.org/officeDocument/2006/relationships/slide"/><Relationship Id="rId19" Target="notesSlides/notesSlide6.xml" Type="http://schemas.openxmlformats.org/officeDocument/2006/relationships/notesSlide"/><Relationship Id="rId2" Target="presProps.xml" Type="http://schemas.openxmlformats.org/officeDocument/2006/relationships/presProps"/><Relationship Id="rId20" Target="slides/slide7.xml" Type="http://schemas.openxmlformats.org/officeDocument/2006/relationships/slide"/><Relationship Id="rId21" Target="notesSlides/notesSlide7.xml" Type="http://schemas.openxmlformats.org/officeDocument/2006/relationships/notesSlide"/><Relationship Id="rId22" Target="slides/slide8.xml" Type="http://schemas.openxmlformats.org/officeDocument/2006/relationships/slide"/><Relationship Id="rId23" Target="notesSlides/notesSlide8.xml" Type="http://schemas.openxmlformats.org/officeDocument/2006/relationships/notesSlide"/><Relationship Id="rId24" Target="slides/slide9.xml" Type="http://schemas.openxmlformats.org/officeDocument/2006/relationships/slide"/><Relationship Id="rId25" Target="notesSlides/notesSlide9.xml" Type="http://schemas.openxmlformats.org/officeDocument/2006/relationships/notesSlide"/><Relationship Id="rId26" Target="slides/slide10.xml" Type="http://schemas.openxmlformats.org/officeDocument/2006/relationships/slide"/><Relationship Id="rId27" Target="notesSlides/notesSlide10.xml" Type="http://schemas.openxmlformats.org/officeDocument/2006/relationships/notesSlide"/><Relationship Id="rId28" Target="slides/slide11.xml" Type="http://schemas.openxmlformats.org/officeDocument/2006/relationships/slide"/><Relationship Id="rId29" Target="notesSlides/notesSlide11.xml" Type="http://schemas.openxmlformats.org/officeDocument/2006/relationships/notesSlide"/><Relationship Id="rId3" Target="viewProps.xml" Type="http://schemas.openxmlformats.org/officeDocument/2006/relationships/viewProps"/><Relationship Id="rId30" Target="slides/slide12.xml" Type="http://schemas.openxmlformats.org/officeDocument/2006/relationships/slide"/><Relationship Id="rId31" Target="notesSlides/notesSlide12.xml" Type="http://schemas.openxmlformats.org/officeDocument/2006/relationships/notesSlide"/><Relationship Id="rId32" Target="slides/slide13.xml" Type="http://schemas.openxmlformats.org/officeDocument/2006/relationships/slide"/><Relationship Id="rId33" Target="notesSlides/notesSlide13.xml" Type="http://schemas.openxmlformats.org/officeDocument/2006/relationships/notesSlide"/><Relationship Id="rId34" Target="slides/slide14.xml" Type="http://schemas.openxmlformats.org/officeDocument/2006/relationships/slide"/><Relationship Id="rId35" Target="notesSlides/notesSlide14.xml" Type="http://schemas.openxmlformats.org/officeDocument/2006/relationships/notesSlide"/><Relationship Id="rId36" Target="slides/slide15.xml" Type="http://schemas.openxmlformats.org/officeDocument/2006/relationships/slide"/><Relationship Id="rId37" Target="notesSlides/notesSlide15.xml" Type="http://schemas.openxmlformats.org/officeDocument/2006/relationships/notesSlide"/><Relationship Id="rId38" Target="slides/slide16.xml" Type="http://schemas.openxmlformats.org/officeDocument/2006/relationships/slide"/><Relationship Id="rId39" Target="notesSlides/notesSlide16.xml" Type="http://schemas.openxmlformats.org/officeDocument/2006/relationships/notesSlide"/><Relationship Id="rId4" Target="theme/theme1.xml" Type="http://schemas.openxmlformats.org/officeDocument/2006/relationships/theme"/><Relationship Id="rId40" Target="slides/slide17.xml" Type="http://schemas.openxmlformats.org/officeDocument/2006/relationships/slide"/><Relationship Id="rId41" Target="notesSlides/notesSlide17.xml" Type="http://schemas.openxmlformats.org/officeDocument/2006/relationships/notesSlide"/><Relationship Id="rId42" Target="slides/slide18.xml" Type="http://schemas.openxmlformats.org/officeDocument/2006/relationships/slide"/><Relationship Id="rId43" Target="notesSlides/notesSlide18.xml" Type="http://schemas.openxmlformats.org/officeDocument/2006/relationships/notesSlide"/><Relationship Id="rId44" Target="slides/slide19.xml" Type="http://schemas.openxmlformats.org/officeDocument/2006/relationships/slide"/><Relationship Id="rId45" Target="notesSlides/notesSlide19.xml" Type="http://schemas.openxmlformats.org/officeDocument/2006/relationships/notesSlide"/><Relationship Id="rId46" Target="slides/slide20.xml" Type="http://schemas.openxmlformats.org/officeDocument/2006/relationships/slide"/><Relationship Id="rId47" Target="notesSlides/notesSlide20.xml" Type="http://schemas.openxmlformats.org/officeDocument/2006/relationships/notesSlide"/><Relationship Id="rId48" Target="slides/slide21.xml" Type="http://schemas.openxmlformats.org/officeDocument/2006/relationships/slide"/><Relationship Id="rId49" Target="notesSlides/notesSlide21.xml" Type="http://schemas.openxmlformats.org/officeDocument/2006/relationships/notesSlide"/><Relationship Id="rId5" Target="tableStyles.xml" Type="http://schemas.openxmlformats.org/officeDocument/2006/relationships/tableStyles"/><Relationship Id="rId50" Target="slides/slide22.xml" Type="http://schemas.openxmlformats.org/officeDocument/2006/relationships/slide"/><Relationship Id="rId51" Target="notesSlides/notesSlide22.xml" Type="http://schemas.openxmlformats.org/officeDocument/2006/relationships/notesSlide"/><Relationship Id="rId52" Target="slides/slide23.xml" Type="http://schemas.openxmlformats.org/officeDocument/2006/relationships/slide"/><Relationship Id="rId53" Target="notesSlides/notesSlide23.xml" Type="http://schemas.openxmlformats.org/officeDocument/2006/relationships/notesSlide"/><Relationship Id="rId54" Target="slides/slide24.xml" Type="http://schemas.openxmlformats.org/officeDocument/2006/relationships/slide"/><Relationship Id="rId55" Target="notesSlides/notesSlide24.xml" Type="http://schemas.openxmlformats.org/officeDocument/2006/relationships/notesSlide"/><Relationship Id="rId56" Target="slides/slide25.xml" Type="http://schemas.openxmlformats.org/officeDocument/2006/relationships/slide"/><Relationship Id="rId57" Target="notesSlides/notesSlide25.xml" Type="http://schemas.openxmlformats.org/officeDocument/2006/relationships/notesSlide"/><Relationship Id="rId58" Target="slides/slide26.xml" Type="http://schemas.openxmlformats.org/officeDocument/2006/relationships/slide"/><Relationship Id="rId59" Target="notesSlides/notesSlide26.xml" Type="http://schemas.openxmlformats.org/officeDocument/2006/relationships/notesSlide"/><Relationship Id="rId6" Target="slides/slide1.xml" Type="http://schemas.openxmlformats.org/officeDocument/2006/relationships/slide"/><Relationship Id="rId60" Target="slides/slide27.xml" Type="http://schemas.openxmlformats.org/officeDocument/2006/relationships/slide"/><Relationship Id="rId61" Target="notesSlides/notesSlide27.xml" Type="http://schemas.openxmlformats.org/officeDocument/2006/relationships/notesSlide"/><Relationship Id="rId62" Target="slides/slide28.xml" Type="http://schemas.openxmlformats.org/officeDocument/2006/relationships/slide"/><Relationship Id="rId63" Target="notesSlides/notesSlide28.xml" Type="http://schemas.openxmlformats.org/officeDocument/2006/relationships/notesSlide"/><Relationship Id="rId64" Target="slides/slide29.xml" Type="http://schemas.openxmlformats.org/officeDocument/2006/relationships/slide"/><Relationship Id="rId65" Target="notesSlides/notesSlide29.xml" Type="http://schemas.openxmlformats.org/officeDocument/2006/relationships/notesSlide"/><Relationship Id="rId66" Target="slides/slide30.xml" Type="http://schemas.openxmlformats.org/officeDocument/2006/relationships/slide"/><Relationship Id="rId67" Target="notesSlides/notesSlide30.xml" Type="http://schemas.openxmlformats.org/officeDocument/2006/relationships/notesSlide"/><Relationship Id="rId68" Target="slides/slide31.xml" Type="http://schemas.openxmlformats.org/officeDocument/2006/relationships/slide"/><Relationship Id="rId69" Target="notesSlides/notesSlide31.xml" Type="http://schemas.openxmlformats.org/officeDocument/2006/relationships/notesSlide"/><Relationship Id="rId7" Target="notesMasters/notesMaster1.xml" Type="http://schemas.openxmlformats.org/officeDocument/2006/relationships/notesMaster"/><Relationship Id="rId70" Target="slides/slide32.xml" Type="http://schemas.openxmlformats.org/officeDocument/2006/relationships/slide"/><Relationship Id="rId71" Target="notesSlides/notesSlide32.xml" Type="http://schemas.openxmlformats.org/officeDocument/2006/relationships/notesSlide"/><Relationship Id="rId72" Target="slides/slide33.xml" Type="http://schemas.openxmlformats.org/officeDocument/2006/relationships/slide"/><Relationship Id="rId73" Target="notesSlides/notesSlide33.xml" Type="http://schemas.openxmlformats.org/officeDocument/2006/relationships/notesSlide"/><Relationship Id="rId74" Target="slides/slide34.xml" Type="http://schemas.openxmlformats.org/officeDocument/2006/relationships/slide"/><Relationship Id="rId75" Target="notesSlides/notesSlide34.xml" Type="http://schemas.openxmlformats.org/officeDocument/2006/relationships/notesSlide"/><Relationship Id="rId76" Target="slides/slide35.xml" Type="http://schemas.openxmlformats.org/officeDocument/2006/relationships/slide"/><Relationship Id="rId77" Target="notesSlides/notesSlide35.xml" Type="http://schemas.openxmlformats.org/officeDocument/2006/relationships/notesSlide"/><Relationship Id="rId78" Target="slides/slide36.xml" Type="http://schemas.openxmlformats.org/officeDocument/2006/relationships/slide"/><Relationship Id="rId79" Target="notesSlides/notesSlide36.xml" Type="http://schemas.openxmlformats.org/officeDocument/2006/relationships/notesSlide"/><Relationship Id="rId8" Target="theme/theme2.xml" Type="http://schemas.openxmlformats.org/officeDocument/2006/relationships/theme"/><Relationship Id="rId80" Target="slides/slide37.xml" Type="http://schemas.openxmlformats.org/officeDocument/2006/relationships/slide"/><Relationship Id="rId81" Target="notesSlides/notesSlide37.xml" Type="http://schemas.openxmlformats.org/officeDocument/2006/relationships/notesSlide"/><Relationship Id="rId82" Target="slides/slide38.xml" Type="http://schemas.openxmlformats.org/officeDocument/2006/relationships/slide"/><Relationship Id="rId83" Target="notesSlides/notesSlide38.xml" Type="http://schemas.openxmlformats.org/officeDocument/2006/relationships/notesSlide"/><Relationship Id="rId84" Target="slides/slide39.xml" Type="http://schemas.openxmlformats.org/officeDocument/2006/relationships/slide"/><Relationship Id="rId85" Target="notesSlides/notesSlide39.xml" Type="http://schemas.openxmlformats.org/officeDocument/2006/relationships/notesSlide"/><Relationship Id="rId86" Target="slides/slide40.xml" Type="http://schemas.openxmlformats.org/officeDocument/2006/relationships/slide"/><Relationship Id="rId87" Target="notesSlides/notesSlide40.xml" Type="http://schemas.openxmlformats.org/officeDocument/2006/relationships/notesSlide"/><Relationship Id="rId88" Target="slides/slide41.xml" Type="http://schemas.openxmlformats.org/officeDocument/2006/relationships/slide"/><Relationship Id="rId89" Target="notesSlides/notesSlide41.xml" Type="http://schemas.openxmlformats.org/officeDocument/2006/relationships/notesSlide"/><Relationship Id="rId9" Target="notesSlides/notesSlide1.xml" Type="http://schemas.openxmlformats.org/officeDocument/2006/relationships/notesSlide"/><Relationship Id="rId90" Target="slides/slide42.xml" Type="http://schemas.openxmlformats.org/officeDocument/2006/relationships/slide"/><Relationship Id="rId91" Target="notesSlides/notesSlide42.xml" Type="http://schemas.openxmlformats.org/officeDocument/2006/relationships/notesSlide"/><Relationship Id="rId92" Target="slides/slide43.xml" Type="http://schemas.openxmlformats.org/officeDocument/2006/relationships/slide"/><Relationship Id="rId93" Target="notesSlides/notesSlide43.xml" Type="http://schemas.openxmlformats.org/officeDocument/2006/relationships/notesSlide"/><Relationship Id="rId94" Target="slides/slide44.xml" Type="http://schemas.openxmlformats.org/officeDocument/2006/relationships/slide"/><Relationship Id="rId95" Target="notesSlides/notesSlide44.xml" Type="http://schemas.openxmlformats.org/officeDocument/2006/relationships/notesSlide"/><Relationship Id="rId96" Target="slides/slide45.xml" Type="http://schemas.openxmlformats.org/officeDocument/2006/relationships/slide"/><Relationship Id="rId97" Target="notesSlides/notesSlide45.xml" Type="http://schemas.openxmlformats.org/officeDocument/2006/relationships/notesSlide"/><Relationship Id="rId98" Target="slides/slide46.xml" Type="http://schemas.openxmlformats.org/officeDocument/2006/relationships/slide"/><Relationship Id="rId99" Target="notesSlides/notesSlide46.xml" Type="http://schemas.openxmlformats.org/officeDocument/2006/relationships/notesSlide"/></Relationships>
</file>

<file path=ppt/notesMasters/_rels/notesMaster1.xml.rels><?xml version="1.0" encoding="UTF-8" standalone="no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20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1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22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_rels/notesSlide23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3.xml" Type="http://schemas.openxmlformats.org/officeDocument/2006/relationships/slide"/></Relationships>
</file>

<file path=ppt/notesSlides/_rels/notesSlide24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4.xml" Type="http://schemas.openxmlformats.org/officeDocument/2006/relationships/slide"/></Relationships>
</file>

<file path=ppt/notesSlides/_rels/notesSlide25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5.xml" Type="http://schemas.openxmlformats.org/officeDocument/2006/relationships/slide"/></Relationships>
</file>

<file path=ppt/notesSlides/_rels/notesSlide26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6.xml" Type="http://schemas.openxmlformats.org/officeDocument/2006/relationships/slide"/></Relationships>
</file>

<file path=ppt/notesSlides/_rels/notesSlide27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7.xml" Type="http://schemas.openxmlformats.org/officeDocument/2006/relationships/slide"/></Relationships>
</file>

<file path=ppt/notesSlides/_rels/notesSlide28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8.xml" Type="http://schemas.openxmlformats.org/officeDocument/2006/relationships/slide"/></Relationships>
</file>

<file path=ppt/notesSlides/_rels/notesSlide29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9.xml" Type="http://schemas.openxmlformats.org/officeDocument/2006/relationships/slide"/></Relationships>
</file>

<file path=ppt/notesSlides/_rels/notesSlide30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0.xml" Type="http://schemas.openxmlformats.org/officeDocument/2006/relationships/slide"/></Relationships>
</file>

<file path=ppt/notesSlides/_rels/notesSlide31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1.xml" Type="http://schemas.openxmlformats.org/officeDocument/2006/relationships/slide"/></Relationships>
</file>

<file path=ppt/notesSlides/_rels/notesSlide32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2.xml" Type="http://schemas.openxmlformats.org/officeDocument/2006/relationships/slide"/></Relationships>
</file>

<file path=ppt/notesSlides/_rels/notesSlide33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3.xml" Type="http://schemas.openxmlformats.org/officeDocument/2006/relationships/slide"/></Relationships>
</file>

<file path=ppt/notesSlides/_rels/notesSlide34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4.xml" Type="http://schemas.openxmlformats.org/officeDocument/2006/relationships/slide"/></Relationships>
</file>

<file path=ppt/notesSlides/_rels/notesSlide35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5.xml" Type="http://schemas.openxmlformats.org/officeDocument/2006/relationships/slide"/></Relationships>
</file>

<file path=ppt/notesSlides/_rels/notesSlide36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6.xml" Type="http://schemas.openxmlformats.org/officeDocument/2006/relationships/slide"/></Relationships>
</file>

<file path=ppt/notesSlides/_rels/notesSlide37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7.xml" Type="http://schemas.openxmlformats.org/officeDocument/2006/relationships/slide"/></Relationships>
</file>

<file path=ppt/notesSlides/_rels/notesSlide38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8.xml" Type="http://schemas.openxmlformats.org/officeDocument/2006/relationships/slide"/></Relationships>
</file>

<file path=ppt/notesSlides/_rels/notesSlide39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9.xml" Type="http://schemas.openxmlformats.org/officeDocument/2006/relationships/slide"/></Relationships>
</file>

<file path=ppt/notesSlides/_rels/notesSlide40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0.xml" Type="http://schemas.openxmlformats.org/officeDocument/2006/relationships/slide"/></Relationships>
</file>

<file path=ppt/notesSlides/_rels/notesSlide41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1.xml" Type="http://schemas.openxmlformats.org/officeDocument/2006/relationships/slide"/></Relationships>
</file>

<file path=ppt/notesSlides/_rels/notesSlide42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2.xml" Type="http://schemas.openxmlformats.org/officeDocument/2006/relationships/slide"/></Relationships>
</file>

<file path=ppt/notesSlides/_rels/notesSlide43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3.xml" Type="http://schemas.openxmlformats.org/officeDocument/2006/relationships/slide"/></Relationships>
</file>

<file path=ppt/notesSlides/_rels/notesSlide44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4.xml" Type="http://schemas.openxmlformats.org/officeDocument/2006/relationships/slide"/></Relationships>
</file>

<file path=ppt/notesSlides/_rels/notesSlide45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5.xml" Type="http://schemas.openxmlformats.org/officeDocument/2006/relationships/slide"/></Relationships>
</file>

<file path=ppt/notesSlides/_rels/notesSlide46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6.xml" Type="http://schemas.openxmlformats.org/officeDocument/2006/relationships/slide"/></Relationships>
</file>

<file path=ppt/notesSlides/_rels/notesSlide47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7.xml" Type="http://schemas.openxmlformats.org/officeDocument/2006/relationships/slide"/></Relationships>
</file>

<file path=ppt/notesSlides/_rels/notesSlide48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8.xml" Type="http://schemas.openxmlformats.org/officeDocument/2006/relationships/slide"/></Relationships>
</file>

<file path=ppt/notesSlides/_rels/notesSlide49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9.xml" Type="http://schemas.openxmlformats.org/officeDocument/2006/relationships/slide"/></Relationships>
</file>

<file path=ppt/notesSlides/_rels/notesSlide50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0.xml" Type="http://schemas.openxmlformats.org/officeDocument/2006/relationships/slide"/></Relationships>
</file>

<file path=ppt/notesSlides/notesSlide1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born = 1819-05-24</a:t>
            </a:r>
          </a:p>
          <a:p>
            <a:pPr lvl="0"/>
            <a:r>
              <a:rPr lang="en-US"/>
              <a:t>sex = female</a:t>
            </a:r>
          </a:p>
          <a:p>
            <a:pPr lvl="0"/>
            <a:r>
              <a:rPr lang="en-US"/>
              <a:t>nobleTitle = Queen of England</a:t>
            </a:r>
          </a:p>
          <a:p>
            <a:pPr lvl="0"/>
            <a:r>
              <a:rPr lang="en-US"/>
              <a:t>childOf = F42</a:t>
            </a:r>
          </a:p>
          <a:p>
            <a:pPr lvl="0"/>
            <a:r>
              <a:rPr lang="en-US"/>
              <a:t>yearBorn = 1819</a:t>
            </a:r>
          </a:p>
          <a:p>
            <a:pPr lvl="0"/>
            <a:r>
              <a:rPr lang="en-US"/>
              <a:t>parentOf = F1</a:t>
            </a:r>
          </a:p>
          <a:p>
            <a:pPr lvl="0"/>
            <a:r>
              <a:rPr lang="en-US"/>
              <a:t>died = 1901-01-22</a:t>
            </a:r>
          </a:p>
          <a:p>
            <a:pPr lvl="0"/>
            <a:r>
              <a:rPr lang="en-US"/>
              <a:t>source = Royal 92 GEDCOM file</a:t>
            </a:r>
          </a:p>
          <a:p>
            <a:pPr lvl="0"/>
            <a:r>
              <a:rPr lang="en-US"/>
              <a:t>diedAt = Royal Mausoleum,Frogmore,Berkshire,England</a:t>
            </a:r>
          </a:p>
          <a:p>
            <a:pPr lvl="0"/>
            <a:r>
              <a:rPr lang="en-US"/>
              <a:t>birthPlace = Kensington,Palace,London,England</a:t>
            </a:r>
          </a:p>
          <a:p>
            <a:pPr lvl="0"/>
            <a:r>
              <a:rPr lang="en-US"/>
              <a:t>yearDied = 1901</a:t>
            </a:r>
          </a:p>
          <a:p>
            <a:pPr lvl="0"/>
            <a:r>
              <a:rPr lang="en-US"/>
              <a:t>isA = Person</a:t>
            </a:r>
          </a:p>
          <a:p>
            <a:pPr lvl="0"/>
            <a:r>
              <a:rPr lang="en-US"/>
              <a:t>monthBorn = 5</a:t>
            </a:r>
          </a:p>
          <a:p>
            <a:pPr lvl="0"/>
            <a:r>
              <a:rPr lang="en-US"/>
              <a:t>name = Victoria Hanover</a:t>
            </a:r>
          </a:p>
          <a:p>
            <a:pPr lvl="0"/>
            <a:r>
              <a:rPr lang="en-US"/>
              <a:t>id = I1</a:t>
            </a:r>
          </a:p>
          <a:p>
            <a:pPr lvl="0"/>
            <a:r>
              <a:rPr lang="en-US"/>
              <a:t>monthDied = 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</p:notes>
</file>

<file path=ppt/notesSlides/notesSlide2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born = 1841-02-10</a:t>
            </a:r>
          </a:p>
          <a:p>
            <a:pPr lvl="0"/>
            <a:r>
              <a:rPr lang="en-US"/>
              <a:t>sex = female</a:t>
            </a:r>
          </a:p>
          <a:p>
            <a:pPr lvl="0"/>
            <a:r>
              <a:rPr lang="en-US"/>
              <a:t>nobleTitle = Princess Royal</a:t>
            </a:r>
          </a:p>
          <a:p>
            <a:pPr lvl="0"/>
            <a:r>
              <a:rPr lang="en-US"/>
              <a:t>childOf = F1</a:t>
            </a:r>
          </a:p>
          <a:p>
            <a:pPr lvl="0"/>
            <a:r>
              <a:rPr lang="en-US"/>
              <a:t>yearBorn = 1841</a:t>
            </a:r>
          </a:p>
          <a:p>
            <a:pPr lvl="0"/>
            <a:r>
              <a:rPr lang="en-US"/>
              <a:t>parentOf = F3</a:t>
            </a:r>
          </a:p>
          <a:p>
            <a:pPr lvl="0"/>
            <a:r>
              <a:rPr lang="en-US"/>
              <a:t>died = 1901-08-05</a:t>
            </a:r>
          </a:p>
          <a:p>
            <a:pPr lvl="0"/>
            <a:r>
              <a:rPr lang="en-US"/>
              <a:t>source = Royal 92 GEDCOM file</a:t>
            </a:r>
          </a:p>
          <a:p>
            <a:pPr lvl="0"/>
            <a:r>
              <a:rPr lang="en-US"/>
              <a:t>diedAt = Friedenskirche,Potsdam</a:t>
            </a:r>
          </a:p>
          <a:p>
            <a:pPr lvl="0"/>
            <a:r>
              <a:rPr lang="en-US"/>
              <a:t>birthPlace = Throne Room,Buckingham Palac,England</a:t>
            </a:r>
          </a:p>
          <a:p>
            <a:pPr lvl="0"/>
            <a:r>
              <a:rPr lang="en-US"/>
              <a:t>yearDied = 1901</a:t>
            </a:r>
          </a:p>
          <a:p>
            <a:pPr lvl="0"/>
            <a:r>
              <a:rPr lang="en-US"/>
              <a:t>isA = Person</a:t>
            </a:r>
          </a:p>
          <a:p>
            <a:pPr lvl="0"/>
            <a:r>
              <a:rPr lang="en-US"/>
              <a:t>monthBorn = 2</a:t>
            </a:r>
          </a:p>
          <a:p>
            <a:pPr lvl="0"/>
            <a:r>
              <a:rPr lang="en-US"/>
              <a:t>name = Victoria Adelaide Mary</a:t>
            </a:r>
          </a:p>
          <a:p>
            <a:pPr lvl="0"/>
            <a:r>
              <a:rPr lang="en-US"/>
              <a:t>id = I3</a:t>
            </a:r>
          </a:p>
          <a:p>
            <a:pPr lvl="0"/>
            <a:r>
              <a:rPr lang="en-US"/>
              <a:t>monthDied = 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</p:notes>
</file>

<file path=ppt/notesSlides/notesSlide3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born = 1841-11-09</a:t>
            </a:r>
          </a:p>
          <a:p>
            <a:pPr lvl="0"/>
            <a:r>
              <a:rPr lang="en-US"/>
              <a:t>sex = male</a:t>
            </a:r>
          </a:p>
          <a:p>
            <a:pPr lvl="0"/>
            <a:r>
              <a:rPr lang="en-US"/>
              <a:t>nobleTitle = King of England</a:t>
            </a:r>
          </a:p>
          <a:p>
            <a:pPr lvl="0"/>
            <a:r>
              <a:rPr lang="en-US"/>
              <a:t>childOf = F1</a:t>
            </a:r>
          </a:p>
          <a:p>
            <a:pPr lvl="0"/>
            <a:r>
              <a:rPr lang="en-US"/>
              <a:t>yearBorn = 1841</a:t>
            </a:r>
          </a:p>
          <a:p>
            <a:pPr lvl="0"/>
            <a:r>
              <a:rPr lang="en-US"/>
              <a:t>parentOf = F2</a:t>
            </a:r>
          </a:p>
          <a:p>
            <a:pPr lvl="0"/>
            <a:r>
              <a:rPr lang="en-US"/>
              <a:t>died = 1910-05-20</a:t>
            </a:r>
          </a:p>
          <a:p>
            <a:pPr lvl="0"/>
            <a:r>
              <a:rPr lang="en-US"/>
              <a:t>source = Royal 92 GEDCOM file</a:t>
            </a:r>
          </a:p>
          <a:p>
            <a:pPr lvl="0"/>
            <a:r>
              <a:rPr lang="en-US"/>
              <a:t>diedAt = Windsor,Berkshire,England</a:t>
            </a:r>
          </a:p>
          <a:p>
            <a:pPr lvl="0"/>
            <a:r>
              <a:rPr lang="en-US"/>
              <a:t>birthPlace = Buckingham,Palace,London,England</a:t>
            </a:r>
          </a:p>
          <a:p>
            <a:pPr lvl="0"/>
            <a:r>
              <a:rPr lang="en-US"/>
              <a:t>yearDied = 1910</a:t>
            </a:r>
          </a:p>
          <a:p>
            <a:pPr lvl="0"/>
            <a:r>
              <a:rPr lang="en-US"/>
              <a:t>isA = Person</a:t>
            </a:r>
          </a:p>
          <a:p>
            <a:pPr lvl="0"/>
            <a:r>
              <a:rPr lang="en-US"/>
              <a:t>monthBorn = 11</a:t>
            </a:r>
          </a:p>
          <a:p>
            <a:pPr lvl="0"/>
            <a:r>
              <a:rPr lang="en-US"/>
              <a:t>name = Edward_VII Wettin</a:t>
            </a:r>
          </a:p>
          <a:p>
            <a:pPr lvl="0"/>
            <a:r>
              <a:rPr lang="en-US"/>
              <a:t>id = I4</a:t>
            </a:r>
          </a:p>
          <a:p>
            <a:pPr lvl="0"/>
            <a:r>
              <a:rPr lang="en-US"/>
              <a:t>monthDied = 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</p:notes>
</file>

<file path=ppt/notesSlides/notesSlide4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born = 1843-04-25</a:t>
            </a:r>
          </a:p>
          <a:p>
            <a:pPr lvl="0"/>
            <a:r>
              <a:rPr lang="en-US"/>
              <a:t>sex = female</a:t>
            </a:r>
          </a:p>
          <a:p>
            <a:pPr lvl="0"/>
            <a:r>
              <a:rPr lang="en-US"/>
              <a:t>nobleTitle = Princess</a:t>
            </a:r>
          </a:p>
          <a:p>
            <a:pPr lvl="0"/>
            <a:r>
              <a:rPr lang="en-US"/>
              <a:t>childOf = F1</a:t>
            </a:r>
          </a:p>
          <a:p>
            <a:pPr lvl="0"/>
            <a:r>
              <a:rPr lang="en-US"/>
              <a:t>yearBorn = 1843</a:t>
            </a:r>
          </a:p>
          <a:p>
            <a:pPr lvl="0"/>
            <a:r>
              <a:rPr lang="en-US"/>
              <a:t>parentOf = F8</a:t>
            </a:r>
          </a:p>
          <a:p>
            <a:pPr lvl="0"/>
            <a:r>
              <a:rPr lang="en-US"/>
              <a:t>died = 1878-12-14</a:t>
            </a:r>
          </a:p>
          <a:p>
            <a:pPr lvl="0"/>
            <a:r>
              <a:rPr lang="en-US"/>
              <a:t>source = Royal 92 GEDCOM file</a:t>
            </a:r>
          </a:p>
          <a:p>
            <a:pPr lvl="0"/>
            <a:r>
              <a:rPr lang="en-US"/>
              <a:t>diedAt = Darmstadt,,,Germany</a:t>
            </a:r>
          </a:p>
          <a:p>
            <a:pPr lvl="0"/>
            <a:r>
              <a:rPr lang="en-US"/>
              <a:t>birthPlace = Buckingham,Palace,London,England</a:t>
            </a:r>
          </a:p>
          <a:p>
            <a:pPr lvl="0"/>
            <a:r>
              <a:rPr lang="en-US"/>
              <a:t>yearDied = 1878</a:t>
            </a:r>
          </a:p>
          <a:p>
            <a:pPr lvl="0"/>
            <a:r>
              <a:rPr lang="en-US"/>
              <a:t>isA = Person</a:t>
            </a:r>
          </a:p>
          <a:p>
            <a:pPr lvl="0"/>
            <a:r>
              <a:rPr lang="en-US"/>
              <a:t>monthBorn = 4</a:t>
            </a:r>
          </a:p>
          <a:p>
            <a:pPr lvl="0"/>
            <a:r>
              <a:rPr lang="en-US"/>
              <a:t>name = Alice Maud Mary</a:t>
            </a:r>
          </a:p>
          <a:p>
            <a:pPr lvl="0"/>
            <a:r>
              <a:rPr lang="en-US"/>
              <a:t>id = I5</a:t>
            </a:r>
          </a:p>
          <a:p>
            <a:pPr lvl="0"/>
            <a:r>
              <a:rPr lang="en-US"/>
              <a:t>monthDied = 12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</p:notes>
</file>

<file path=ppt/notesSlides/notesSlide5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born = 1844-08-06</a:t>
            </a:r>
          </a:p>
          <a:p>
            <a:pPr lvl="0"/>
            <a:r>
              <a:rPr lang="en-US"/>
              <a:t>sex = male</a:t>
            </a:r>
          </a:p>
          <a:p>
            <a:pPr lvl="0"/>
            <a:r>
              <a:rPr lang="en-US"/>
              <a:t>nobleTitle = Prince</a:t>
            </a:r>
          </a:p>
          <a:p>
            <a:pPr lvl="0"/>
            <a:r>
              <a:rPr lang="en-US"/>
              <a:t>childOf = F1</a:t>
            </a:r>
          </a:p>
          <a:p>
            <a:pPr lvl="0"/>
            <a:r>
              <a:rPr lang="en-US"/>
              <a:t>yearBorn = 1844</a:t>
            </a:r>
          </a:p>
          <a:p>
            <a:pPr lvl="0"/>
            <a:r>
              <a:rPr lang="en-US"/>
              <a:t>parentOf = F26</a:t>
            </a:r>
          </a:p>
          <a:p>
            <a:pPr lvl="0"/>
            <a:r>
              <a:rPr lang="en-US"/>
              <a:t>died = 1900-07-30</a:t>
            </a:r>
          </a:p>
          <a:p>
            <a:pPr lvl="0"/>
            <a:r>
              <a:rPr lang="en-US"/>
              <a:t>source = Royal 92 GEDCOM file</a:t>
            </a:r>
          </a:p>
          <a:p>
            <a:pPr lvl="0"/>
            <a:r>
              <a:rPr lang="en-US"/>
              <a:t>diedAt = Schloss Rosenau,Near Coburg</a:t>
            </a:r>
          </a:p>
          <a:p>
            <a:pPr lvl="0"/>
            <a:r>
              <a:rPr lang="en-US"/>
              <a:t>birthPlace = Windsor Castle,Berkshire,England</a:t>
            </a:r>
          </a:p>
          <a:p>
            <a:pPr lvl="0"/>
            <a:r>
              <a:rPr lang="en-US"/>
              <a:t>yearDied = 1900</a:t>
            </a:r>
          </a:p>
          <a:p>
            <a:pPr lvl="0"/>
            <a:r>
              <a:rPr lang="en-US"/>
              <a:t>isA = Person</a:t>
            </a:r>
          </a:p>
          <a:p>
            <a:pPr lvl="0"/>
            <a:r>
              <a:rPr lang="en-US"/>
              <a:t>monthBorn = 8</a:t>
            </a:r>
          </a:p>
          <a:p>
            <a:pPr lvl="0"/>
            <a:r>
              <a:rPr lang="en-US"/>
              <a:t>name = Alfred Ernest Albert</a:t>
            </a:r>
          </a:p>
          <a:p>
            <a:pPr lvl="0"/>
            <a:r>
              <a:rPr lang="en-US"/>
              <a:t>id = I6</a:t>
            </a:r>
          </a:p>
          <a:p>
            <a:pPr lvl="0"/>
            <a:r>
              <a:rPr lang="en-US"/>
              <a:t>monthDied = 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</p:notes>
</file>

<file path=ppt/notesSlides/notesSlide6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born = 1846-05-25</a:t>
            </a:r>
          </a:p>
          <a:p>
            <a:pPr lvl="0"/>
            <a:r>
              <a:rPr lang="en-US"/>
              <a:t>sex = female</a:t>
            </a:r>
          </a:p>
          <a:p>
            <a:pPr lvl="0"/>
            <a:r>
              <a:rPr lang="en-US"/>
              <a:t>nobleTitle = Princess</a:t>
            </a:r>
          </a:p>
          <a:p>
            <a:pPr lvl="0"/>
            <a:r>
              <a:rPr lang="en-US"/>
              <a:t>childOf = F1</a:t>
            </a:r>
          </a:p>
          <a:p>
            <a:pPr lvl="0"/>
            <a:r>
              <a:rPr lang="en-US"/>
              <a:t>yearBorn = 1846</a:t>
            </a:r>
          </a:p>
          <a:p>
            <a:pPr lvl="0"/>
            <a:r>
              <a:rPr lang="en-US"/>
              <a:t>parentOf = F32</a:t>
            </a:r>
          </a:p>
          <a:p>
            <a:pPr lvl="0"/>
            <a:r>
              <a:rPr lang="en-US"/>
              <a:t>died = 1923-06-09</a:t>
            </a:r>
          </a:p>
          <a:p>
            <a:pPr lvl="0"/>
            <a:r>
              <a:rPr lang="en-US"/>
              <a:t>source = Royal 92 GEDCOM file</a:t>
            </a:r>
          </a:p>
          <a:p>
            <a:pPr lvl="0"/>
            <a:r>
              <a:rPr lang="en-US"/>
              <a:t>diedAt = Schomberg House,Pall Mall,London,England</a:t>
            </a:r>
          </a:p>
          <a:p>
            <a:pPr lvl="0"/>
            <a:r>
              <a:rPr lang="en-US"/>
              <a:t>birthPlace = Buckingham,Palace,London,England</a:t>
            </a:r>
          </a:p>
          <a:p>
            <a:pPr lvl="0"/>
            <a:r>
              <a:rPr lang="en-US"/>
              <a:t>yearDied = 1923</a:t>
            </a:r>
          </a:p>
          <a:p>
            <a:pPr lvl="0"/>
            <a:r>
              <a:rPr lang="en-US"/>
              <a:t>isA = Person</a:t>
            </a:r>
          </a:p>
          <a:p>
            <a:pPr lvl="0"/>
            <a:r>
              <a:rPr lang="en-US"/>
              <a:t>monthBorn = 5</a:t>
            </a:r>
          </a:p>
          <a:p>
            <a:pPr lvl="0"/>
            <a:r>
              <a:rPr lang="en-US"/>
              <a:t>name = Helena Augusta Victoria</a:t>
            </a:r>
          </a:p>
          <a:p>
            <a:pPr lvl="0"/>
            <a:r>
              <a:rPr lang="en-US"/>
              <a:t>id = I7</a:t>
            </a:r>
          </a:p>
          <a:p>
            <a:pPr lvl="0"/>
            <a:r>
              <a:rPr lang="en-US"/>
              <a:t>monthDied = 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</p:notes>
</file>

<file path=ppt/notesSlides/notesSlide7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born = 1848-03-18</a:t>
            </a:r>
          </a:p>
          <a:p>
            <a:pPr lvl="0"/>
            <a:r>
              <a:rPr lang="en-US"/>
              <a:t>sex = female</a:t>
            </a:r>
          </a:p>
          <a:p>
            <a:pPr lvl="0"/>
            <a:r>
              <a:rPr lang="en-US"/>
              <a:t>nobleTitle = Princess</a:t>
            </a:r>
          </a:p>
          <a:p>
            <a:pPr lvl="0"/>
            <a:r>
              <a:rPr lang="en-US"/>
              <a:t>childOf = F1</a:t>
            </a:r>
          </a:p>
          <a:p>
            <a:pPr lvl="0"/>
            <a:r>
              <a:rPr lang="en-US"/>
              <a:t>yearBorn = 1848</a:t>
            </a:r>
          </a:p>
          <a:p>
            <a:pPr lvl="0"/>
            <a:r>
              <a:rPr lang="en-US"/>
              <a:t>parentOf = F69</a:t>
            </a:r>
          </a:p>
          <a:p>
            <a:pPr lvl="0"/>
            <a:r>
              <a:rPr lang="en-US"/>
              <a:t>died = 1939-12-03</a:t>
            </a:r>
          </a:p>
          <a:p>
            <a:pPr lvl="0"/>
            <a:r>
              <a:rPr lang="en-US"/>
              <a:t>source = Royal 92 GEDCOM file</a:t>
            </a:r>
          </a:p>
          <a:p>
            <a:pPr lvl="0"/>
            <a:r>
              <a:rPr lang="en-US"/>
              <a:t>diedAt = Frogmore,,,England</a:t>
            </a:r>
          </a:p>
          <a:p>
            <a:pPr lvl="0"/>
            <a:r>
              <a:rPr lang="en-US"/>
              <a:t>birthPlace = Buckingham,Palace,London,England</a:t>
            </a:r>
          </a:p>
          <a:p>
            <a:pPr lvl="0"/>
            <a:r>
              <a:rPr lang="en-US"/>
              <a:t>yearDied = 1939</a:t>
            </a:r>
          </a:p>
          <a:p>
            <a:pPr lvl="0"/>
            <a:r>
              <a:rPr lang="en-US"/>
              <a:t>isA = Person</a:t>
            </a:r>
          </a:p>
          <a:p>
            <a:pPr lvl="0"/>
            <a:r>
              <a:rPr lang="en-US"/>
              <a:t>monthBorn = 3</a:t>
            </a:r>
          </a:p>
          <a:p>
            <a:pPr lvl="0"/>
            <a:r>
              <a:rPr lang="en-US"/>
              <a:t>name = Louise Caroline Alberta</a:t>
            </a:r>
          </a:p>
          <a:p>
            <a:pPr lvl="0"/>
            <a:r>
              <a:rPr lang="en-US"/>
              <a:t>id = I8</a:t>
            </a:r>
          </a:p>
          <a:p>
            <a:pPr lvl="0"/>
            <a:r>
              <a:rPr lang="en-US"/>
              <a:t>monthDied = 12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</p:notes>
</file>

<file path=ppt/notesSlides/notesSlide8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born = 1850-05-01</a:t>
            </a:r>
          </a:p>
          <a:p>
            <a:pPr lvl="0"/>
            <a:r>
              <a:rPr lang="en-US"/>
              <a:t>sex = male</a:t>
            </a:r>
          </a:p>
          <a:p>
            <a:pPr lvl="0"/>
            <a:r>
              <a:rPr lang="en-US"/>
              <a:t>nobleTitle = Prince</a:t>
            </a:r>
          </a:p>
          <a:p>
            <a:pPr lvl="0"/>
            <a:r>
              <a:rPr lang="en-US"/>
              <a:t>childOf = F1</a:t>
            </a:r>
          </a:p>
          <a:p>
            <a:pPr lvl="0"/>
            <a:r>
              <a:rPr lang="en-US"/>
              <a:t>yearBorn = 1850</a:t>
            </a:r>
          </a:p>
          <a:p>
            <a:pPr lvl="0"/>
            <a:r>
              <a:rPr lang="en-US"/>
              <a:t>parentOf = F34</a:t>
            </a:r>
          </a:p>
          <a:p>
            <a:pPr lvl="0"/>
            <a:r>
              <a:rPr lang="en-US"/>
              <a:t>died = 1942-01-16</a:t>
            </a:r>
          </a:p>
          <a:p>
            <a:pPr lvl="0"/>
            <a:r>
              <a:rPr lang="en-US"/>
              <a:t>source = Royal 92 GEDCOM file</a:t>
            </a:r>
          </a:p>
          <a:p>
            <a:pPr lvl="0"/>
            <a:r>
              <a:rPr lang="en-US"/>
              <a:t>diedAt = Bagshot Park,Surrey</a:t>
            </a:r>
          </a:p>
          <a:p>
            <a:pPr lvl="0"/>
            <a:r>
              <a:rPr lang="en-US"/>
              <a:t>birthPlace = Buckingham,Palace,London,England</a:t>
            </a:r>
          </a:p>
          <a:p>
            <a:pPr lvl="0"/>
            <a:r>
              <a:rPr lang="en-US"/>
              <a:t>yearDied = 1942</a:t>
            </a:r>
          </a:p>
          <a:p>
            <a:pPr lvl="0"/>
            <a:r>
              <a:rPr lang="en-US"/>
              <a:t>isA = Person</a:t>
            </a:r>
          </a:p>
          <a:p>
            <a:pPr lvl="0"/>
            <a:r>
              <a:rPr lang="en-US"/>
              <a:t>monthBorn = 5</a:t>
            </a:r>
          </a:p>
          <a:p>
            <a:pPr lvl="0"/>
            <a:r>
              <a:rPr lang="en-US"/>
              <a:t>name = Arthur William Patrick</a:t>
            </a:r>
          </a:p>
          <a:p>
            <a:pPr lvl="0"/>
            <a:r>
              <a:rPr lang="en-US"/>
              <a:t>id = I9</a:t>
            </a:r>
          </a:p>
          <a:p>
            <a:pPr lvl="0"/>
            <a:r>
              <a:rPr lang="en-US"/>
              <a:t>monthDied = 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</p:notes>
</file>

<file path=ppt/notesSlides/notesSlide9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born = 1853-04-07</a:t>
            </a:r>
          </a:p>
          <a:p>
            <a:pPr lvl="0"/>
            <a:r>
              <a:rPr lang="en-US"/>
              <a:t>sex = male</a:t>
            </a:r>
          </a:p>
          <a:p>
            <a:pPr lvl="0"/>
            <a:r>
              <a:rPr lang="en-US"/>
              <a:t>nobleTitle = Prince</a:t>
            </a:r>
          </a:p>
          <a:p>
            <a:pPr lvl="0"/>
            <a:r>
              <a:rPr lang="en-US"/>
              <a:t>childOf = F1</a:t>
            </a:r>
          </a:p>
          <a:p>
            <a:pPr lvl="0"/>
            <a:r>
              <a:rPr lang="en-US"/>
              <a:t>yearBorn = 1853</a:t>
            </a:r>
          </a:p>
          <a:p>
            <a:pPr lvl="0"/>
            <a:r>
              <a:rPr lang="en-US"/>
              <a:t>parentOf = F5</a:t>
            </a:r>
          </a:p>
          <a:p>
            <a:pPr lvl="0"/>
            <a:r>
              <a:rPr lang="en-US"/>
              <a:t>died = 1884-03-28</a:t>
            </a:r>
          </a:p>
          <a:p>
            <a:pPr lvl="0"/>
            <a:r>
              <a:rPr lang="en-US"/>
              <a:t>source = Royal 92 GEDCOM file</a:t>
            </a:r>
          </a:p>
          <a:p>
            <a:pPr lvl="0"/>
            <a:r>
              <a:rPr lang="en-US"/>
              <a:t>diedAt = Cannes</a:t>
            </a:r>
          </a:p>
          <a:p>
            <a:pPr lvl="0"/>
            <a:r>
              <a:rPr lang="en-US"/>
              <a:t>birthPlace = Buckingham,Palace,London,England</a:t>
            </a:r>
          </a:p>
          <a:p>
            <a:pPr lvl="0"/>
            <a:r>
              <a:rPr lang="en-US"/>
              <a:t>yearDied = 1884</a:t>
            </a:r>
          </a:p>
          <a:p>
            <a:pPr lvl="0"/>
            <a:r>
              <a:rPr lang="en-US"/>
              <a:t>isA = Person</a:t>
            </a:r>
          </a:p>
          <a:p>
            <a:pPr lvl="0"/>
            <a:r>
              <a:rPr lang="en-US"/>
              <a:t>monthBorn = 4</a:t>
            </a:r>
          </a:p>
          <a:p>
            <a:pPr lvl="0"/>
            <a:r>
              <a:rPr lang="en-US"/>
              <a:t>name = Leopold George Duncan</a:t>
            </a:r>
          </a:p>
          <a:p>
            <a:pPr lvl="0"/>
            <a:r>
              <a:rPr lang="en-US"/>
              <a:t>id = I10</a:t>
            </a:r>
          </a:p>
          <a:p>
            <a:pPr lvl="0"/>
            <a:r>
              <a:rPr lang="en-US"/>
              <a:t>monthDied = 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</p:notes>
</file>

<file path=ppt/notesSlides/notesSlide10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born = 1857-04-14</a:t>
            </a:r>
          </a:p>
          <a:p>
            <a:pPr lvl="0"/>
            <a:r>
              <a:rPr lang="en-US"/>
              <a:t>sex = female</a:t>
            </a:r>
          </a:p>
          <a:p>
            <a:pPr lvl="0"/>
            <a:r>
              <a:rPr lang="en-US"/>
              <a:t>nobleTitle = Princess</a:t>
            </a:r>
          </a:p>
          <a:p>
            <a:pPr lvl="0"/>
            <a:r>
              <a:rPr lang="en-US"/>
              <a:t>childOf = F1</a:t>
            </a:r>
          </a:p>
          <a:p>
            <a:pPr lvl="0"/>
            <a:r>
              <a:rPr lang="en-US"/>
              <a:t>yearBorn = 1857</a:t>
            </a:r>
          </a:p>
          <a:p>
            <a:pPr lvl="0"/>
            <a:r>
              <a:rPr lang="en-US"/>
              <a:t>parentOf = F6</a:t>
            </a:r>
          </a:p>
          <a:p>
            <a:pPr lvl="0"/>
            <a:r>
              <a:rPr lang="en-US"/>
              <a:t>died = 1944-10-26</a:t>
            </a:r>
          </a:p>
          <a:p>
            <a:pPr lvl="0"/>
            <a:r>
              <a:rPr lang="en-US"/>
              <a:t>source = Royal 92 GEDCOM file</a:t>
            </a:r>
          </a:p>
          <a:p>
            <a:pPr lvl="0"/>
            <a:r>
              <a:rPr lang="en-US"/>
              <a:t>diedAt = Bantridge Park,Balcombe,Sussex,England</a:t>
            </a:r>
          </a:p>
          <a:p>
            <a:pPr lvl="0"/>
            <a:r>
              <a:rPr lang="en-US"/>
              <a:t>birthPlace = Buckingham,Palace,London,England</a:t>
            </a:r>
          </a:p>
          <a:p>
            <a:pPr lvl="0"/>
            <a:r>
              <a:rPr lang="en-US"/>
              <a:t>yearDied = 1944</a:t>
            </a:r>
          </a:p>
          <a:p>
            <a:pPr lvl="0"/>
            <a:r>
              <a:rPr lang="en-US"/>
              <a:t>isA = Person</a:t>
            </a:r>
          </a:p>
          <a:p>
            <a:pPr lvl="0"/>
            <a:r>
              <a:rPr lang="en-US"/>
              <a:t>monthBorn = 4</a:t>
            </a:r>
          </a:p>
          <a:p>
            <a:pPr lvl="0"/>
            <a:r>
              <a:rPr lang="en-US"/>
              <a:t>name = Beatrice Mary Victoria</a:t>
            </a:r>
          </a:p>
          <a:p>
            <a:pPr lvl="0"/>
            <a:r>
              <a:rPr lang="en-US"/>
              <a:t>id = I11</a:t>
            </a:r>
          </a:p>
          <a:p>
            <a:pPr lvl="0"/>
            <a:r>
              <a:rPr lang="en-US"/>
              <a:t>monthDied = 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</p:notes>
</file>

<file path=ppt/notesSlides/notesSlide11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born = 1859-01-27</a:t>
            </a:r>
          </a:p>
          <a:p>
            <a:pPr lvl="0"/>
            <a:r>
              <a:rPr lang="en-US"/>
              <a:t>sex = male</a:t>
            </a:r>
          </a:p>
          <a:p>
            <a:pPr lvl="0"/>
            <a:r>
              <a:rPr lang="en-US"/>
              <a:t>nobleTitle = German Emperor</a:t>
            </a:r>
          </a:p>
          <a:p>
            <a:pPr lvl="0"/>
            <a:r>
              <a:rPr lang="en-US"/>
              <a:t>childOf = F3</a:t>
            </a:r>
          </a:p>
          <a:p>
            <a:pPr lvl="0"/>
            <a:r>
              <a:rPr lang="en-US"/>
              <a:t>yearBorn = 1859</a:t>
            </a:r>
          </a:p>
          <a:p>
            <a:pPr lvl="0"/>
            <a:r>
              <a:rPr lang="en-US"/>
              <a:t>parentOf = F146</a:t>
            </a:r>
          </a:p>
          <a:p>
            <a:pPr lvl="0"/>
            <a:r>
              <a:rPr lang="en-US"/>
              <a:t>died = 1941-06-04</a:t>
            </a:r>
          </a:p>
          <a:p>
            <a:pPr lvl="0"/>
            <a:r>
              <a:rPr lang="en-US"/>
              <a:t>source = Royal 92 GEDCOM file</a:t>
            </a:r>
          </a:p>
          <a:p>
            <a:pPr lvl="0"/>
            <a:r>
              <a:rPr lang="en-US"/>
              <a:t>diedAt = Haus Doorn,Netherlands</a:t>
            </a:r>
          </a:p>
          <a:p>
            <a:pPr lvl="0"/>
            <a:r>
              <a:rPr lang="en-US"/>
              <a:t>birthPlace = Berlin,Germany</a:t>
            </a:r>
          </a:p>
          <a:p>
            <a:pPr lvl="0"/>
            <a:r>
              <a:rPr lang="en-US"/>
              <a:t>yearDied = 1941</a:t>
            </a:r>
          </a:p>
          <a:p>
            <a:pPr lvl="0"/>
            <a:r>
              <a:rPr lang="en-US"/>
              <a:t>isA = Person</a:t>
            </a:r>
          </a:p>
          <a:p>
            <a:pPr lvl="0"/>
            <a:r>
              <a:rPr lang="en-US"/>
              <a:t>monthBorn = 1</a:t>
            </a:r>
          </a:p>
          <a:p>
            <a:pPr lvl="0"/>
            <a:r>
              <a:rPr lang="en-US"/>
              <a:t>name = William_II</a:t>
            </a:r>
          </a:p>
          <a:p>
            <a:pPr lvl="0"/>
            <a:r>
              <a:rPr lang="en-US"/>
              <a:t>id = I21</a:t>
            </a:r>
          </a:p>
          <a:p>
            <a:pPr lvl="0"/>
            <a:r>
              <a:rPr lang="en-US"/>
              <a:t>monthDied = 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</p:notes>
</file>

<file path=ppt/notesSlides/notesSlide12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yearDied = 1929</a:t>
            </a:r>
          </a:p>
          <a:p>
            <a:pPr lvl="0"/>
            <a:r>
              <a:rPr lang="en-US"/>
              <a:t>isA = Person</a:t>
            </a:r>
          </a:p>
          <a:p>
            <a:pPr lvl="0"/>
            <a:r>
              <a:rPr lang="en-US"/>
              <a:t>sex = male</a:t>
            </a:r>
          </a:p>
          <a:p>
            <a:pPr lvl="0"/>
            <a:r>
              <a:rPr lang="en-US"/>
              <a:t>nobleTitle = Prince</a:t>
            </a:r>
          </a:p>
          <a:p>
            <a:pPr lvl="0"/>
            <a:r>
              <a:rPr lang="en-US"/>
              <a:t>name = Henry of_Prussia</a:t>
            </a:r>
          </a:p>
          <a:p>
            <a:pPr lvl="0"/>
            <a:r>
              <a:rPr lang="en-US"/>
              <a:t>childOf = F3</a:t>
            </a:r>
          </a:p>
          <a:p>
            <a:pPr lvl="0"/>
            <a:r>
              <a:rPr lang="en-US"/>
              <a:t>yearBorn = 1862</a:t>
            </a:r>
          </a:p>
          <a:p>
            <a:pPr lvl="0"/>
            <a:r>
              <a:rPr lang="en-US"/>
              <a:t>parentOf = F22</a:t>
            </a:r>
          </a:p>
          <a:p>
            <a:pPr lvl="0"/>
            <a:r>
              <a:rPr lang="en-US"/>
              <a:t>id = I72</a:t>
            </a:r>
          </a:p>
          <a:p>
            <a:pPr lvl="0"/>
            <a:r>
              <a:rPr lang="en-US"/>
              <a:t>source = Royal 92 GEDCOM file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</p:notes>
</file>

<file path=ppt/notesSlides/notesSlide13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yearDied = 1866</a:t>
            </a:r>
          </a:p>
          <a:p>
            <a:pPr lvl="0"/>
            <a:r>
              <a:rPr lang="en-US"/>
              <a:t>isA = Person</a:t>
            </a:r>
          </a:p>
          <a:p>
            <a:pPr lvl="0"/>
            <a:r>
              <a:rPr lang="en-US"/>
              <a:t>sex = male</a:t>
            </a:r>
          </a:p>
          <a:p>
            <a:pPr lvl="0"/>
            <a:r>
              <a:rPr lang="en-US"/>
              <a:t>nobleTitle = Prince</a:t>
            </a:r>
          </a:p>
          <a:p>
            <a:pPr lvl="0"/>
            <a:r>
              <a:rPr lang="en-US"/>
              <a:t>name = Sigismund</a:t>
            </a:r>
          </a:p>
          <a:p>
            <a:pPr lvl="0"/>
            <a:r>
              <a:rPr lang="en-US"/>
              <a:t>childOf = F3</a:t>
            </a:r>
          </a:p>
          <a:p>
            <a:pPr lvl="0"/>
            <a:r>
              <a:rPr lang="en-US"/>
              <a:t>yearBorn = 1864</a:t>
            </a:r>
          </a:p>
          <a:p>
            <a:pPr lvl="0"/>
            <a:r>
              <a:rPr lang="en-US"/>
              <a:t>id = I73</a:t>
            </a:r>
          </a:p>
          <a:p>
            <a:pPr lvl="0"/>
            <a:r>
              <a:rPr lang="en-US"/>
              <a:t>source = Royal 92 GEDCOM file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</p:notes>
</file>

<file path=ppt/notesSlides/notesSlide14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yearDied = 1929</a:t>
            </a:r>
          </a:p>
          <a:p>
            <a:pPr lvl="0"/>
            <a:r>
              <a:rPr lang="en-US"/>
              <a:t>isA = Person</a:t>
            </a:r>
          </a:p>
          <a:p>
            <a:pPr lvl="0"/>
            <a:r>
              <a:rPr lang="en-US"/>
              <a:t>sex = female</a:t>
            </a:r>
          </a:p>
          <a:p>
            <a:pPr lvl="0"/>
            <a:r>
              <a:rPr lang="en-US"/>
              <a:t>nobleTitle = Princess</a:t>
            </a:r>
          </a:p>
          <a:p>
            <a:pPr lvl="0"/>
            <a:r>
              <a:rPr lang="en-US"/>
              <a:t>name = Victoria</a:t>
            </a:r>
          </a:p>
          <a:p>
            <a:pPr lvl="0"/>
            <a:r>
              <a:rPr lang="en-US"/>
              <a:t>childOf = F3</a:t>
            </a:r>
          </a:p>
          <a:p>
            <a:pPr lvl="0"/>
            <a:r>
              <a:rPr lang="en-US"/>
              <a:t>yearBorn = 1866</a:t>
            </a:r>
          </a:p>
          <a:p>
            <a:pPr lvl="0"/>
            <a:r>
              <a:rPr lang="en-US"/>
              <a:t>parentOf = F442</a:t>
            </a:r>
          </a:p>
          <a:p>
            <a:pPr lvl="0"/>
            <a:r>
              <a:rPr lang="en-US"/>
              <a:t>id = I74</a:t>
            </a:r>
          </a:p>
          <a:p>
            <a:pPr lvl="0"/>
            <a:r>
              <a:rPr lang="en-US"/>
              <a:t>source = Royal 92 GEDCOM file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</p:notes>
</file>

<file path=ppt/notesSlides/notesSlide15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yearDied = 1879</a:t>
            </a:r>
          </a:p>
          <a:p>
            <a:pPr lvl="0"/>
            <a:r>
              <a:rPr lang="en-US"/>
              <a:t>isA = Person</a:t>
            </a:r>
          </a:p>
          <a:p>
            <a:pPr lvl="0"/>
            <a:r>
              <a:rPr lang="en-US"/>
              <a:t>sex = male</a:t>
            </a:r>
          </a:p>
          <a:p>
            <a:pPr lvl="0"/>
            <a:r>
              <a:rPr lang="en-US"/>
              <a:t>nobleTitle = Princess</a:t>
            </a:r>
          </a:p>
          <a:p>
            <a:pPr lvl="0"/>
            <a:r>
              <a:rPr lang="en-US"/>
              <a:t>name = Waldemar</a:t>
            </a:r>
          </a:p>
          <a:p>
            <a:pPr lvl="0"/>
            <a:r>
              <a:rPr lang="en-US"/>
              <a:t>childOf = F3</a:t>
            </a:r>
          </a:p>
          <a:p>
            <a:pPr lvl="0"/>
            <a:r>
              <a:rPr lang="en-US"/>
              <a:t>yearBorn = 1868</a:t>
            </a:r>
          </a:p>
          <a:p>
            <a:pPr lvl="0"/>
            <a:r>
              <a:rPr lang="en-US"/>
              <a:t>id = I75</a:t>
            </a:r>
          </a:p>
          <a:p>
            <a:pPr lvl="0"/>
            <a:r>
              <a:rPr lang="en-US"/>
              <a:t>source = Royal 92 GEDCOM file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</p:notes>
</file>

<file path=ppt/notesSlides/notesSlide16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born = 1870-06-14</a:t>
            </a:r>
          </a:p>
          <a:p>
            <a:pPr lvl="0"/>
            <a:r>
              <a:rPr lang="en-US"/>
              <a:t>sex = female</a:t>
            </a:r>
          </a:p>
          <a:p>
            <a:pPr lvl="0"/>
            <a:r>
              <a:rPr lang="en-US"/>
              <a:t>nobleTitle = Queen of Greece</a:t>
            </a:r>
          </a:p>
          <a:p>
            <a:pPr lvl="0"/>
            <a:r>
              <a:rPr lang="en-US"/>
              <a:t>childOf = F3</a:t>
            </a:r>
          </a:p>
          <a:p>
            <a:pPr lvl="0"/>
            <a:r>
              <a:rPr lang="en-US"/>
              <a:t>yearBorn = 1870</a:t>
            </a:r>
          </a:p>
          <a:p>
            <a:pPr lvl="0"/>
            <a:r>
              <a:rPr lang="en-US"/>
              <a:t>parentOf = F139</a:t>
            </a:r>
          </a:p>
          <a:p>
            <a:pPr lvl="0"/>
            <a:r>
              <a:rPr lang="en-US"/>
              <a:t>died = 1932-01-13</a:t>
            </a:r>
          </a:p>
          <a:p>
            <a:pPr lvl="0"/>
            <a:r>
              <a:rPr lang="en-US"/>
              <a:t>source = Royal 92 GEDCOM file</a:t>
            </a:r>
          </a:p>
          <a:p>
            <a:pPr lvl="0"/>
            <a:r>
              <a:rPr lang="en-US"/>
              <a:t>diedAt = Tatoi,Near Athens,Greece</a:t>
            </a:r>
          </a:p>
          <a:p>
            <a:pPr lvl="0"/>
            <a:r>
              <a:rPr lang="en-US"/>
              <a:t>birthPlace = Potsdam,Germany</a:t>
            </a:r>
          </a:p>
          <a:p>
            <a:pPr lvl="0"/>
            <a:r>
              <a:rPr lang="en-US"/>
              <a:t>yearDied = 1936</a:t>
            </a:r>
          </a:p>
          <a:p>
            <a:pPr lvl="0"/>
            <a:r>
              <a:rPr lang="en-US"/>
              <a:t>isA = Person</a:t>
            </a:r>
          </a:p>
          <a:p>
            <a:pPr lvl="0"/>
            <a:r>
              <a:rPr lang="en-US"/>
              <a:t>monthBorn = 6</a:t>
            </a:r>
          </a:p>
          <a:p>
            <a:pPr lvl="0"/>
            <a:r>
              <a:rPr lang="en-US"/>
              <a:t>name = Sophie of_Prussia</a:t>
            </a:r>
          </a:p>
          <a:p>
            <a:pPr lvl="0"/>
            <a:r>
              <a:rPr lang="en-US"/>
              <a:t>id = I76</a:t>
            </a:r>
          </a:p>
          <a:p>
            <a:pPr lvl="0"/>
            <a:r>
              <a:rPr lang="en-US"/>
              <a:t>monthDied = 11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</p:notes>
</file>

<file path=ppt/notesSlides/notesSlide17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yearDied = 1919</a:t>
            </a:r>
          </a:p>
          <a:p>
            <a:pPr lvl="0"/>
            <a:r>
              <a:rPr lang="en-US"/>
              <a:t>isA = Person</a:t>
            </a:r>
          </a:p>
          <a:p>
            <a:pPr lvl="0"/>
            <a:r>
              <a:rPr lang="en-US"/>
              <a:t>sex = female</a:t>
            </a:r>
          </a:p>
          <a:p>
            <a:pPr lvl="0"/>
            <a:r>
              <a:rPr lang="en-US"/>
              <a:t>nobleTitle = Duchess</a:t>
            </a:r>
          </a:p>
          <a:p>
            <a:pPr lvl="0"/>
            <a:r>
              <a:rPr lang="en-US"/>
              <a:t>name = Charlotte of_Saxe- Meiningen</a:t>
            </a:r>
          </a:p>
          <a:p>
            <a:pPr lvl="0"/>
            <a:r>
              <a:rPr lang="en-US"/>
              <a:t>childOf = F3</a:t>
            </a:r>
          </a:p>
          <a:p>
            <a:pPr lvl="0"/>
            <a:r>
              <a:rPr lang="en-US"/>
              <a:t>yearBorn = 1860</a:t>
            </a:r>
          </a:p>
          <a:p>
            <a:pPr lvl="0"/>
            <a:r>
              <a:rPr lang="en-US"/>
              <a:t>parentOf = F137</a:t>
            </a:r>
          </a:p>
          <a:p>
            <a:pPr lvl="0"/>
            <a:r>
              <a:rPr lang="en-US"/>
              <a:t>id = I77</a:t>
            </a:r>
          </a:p>
          <a:p>
            <a:pPr lvl="0"/>
            <a:r>
              <a:rPr lang="en-US"/>
              <a:t>source = Royal 92 GEDCOM file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</p:notes>
</file>

<file path=ppt/notesSlides/notesSlide18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yearDied = 1954</a:t>
            </a:r>
          </a:p>
          <a:p>
            <a:pPr lvl="0"/>
            <a:r>
              <a:rPr lang="en-US"/>
              <a:t>isA = Person</a:t>
            </a:r>
          </a:p>
          <a:p>
            <a:pPr lvl="0"/>
            <a:r>
              <a:rPr lang="en-US"/>
              <a:t>sex = female</a:t>
            </a:r>
          </a:p>
          <a:p>
            <a:pPr lvl="0"/>
            <a:r>
              <a:rPr lang="en-US"/>
              <a:t>nobleTitle = Princess</a:t>
            </a:r>
          </a:p>
          <a:p>
            <a:pPr lvl="0"/>
            <a:r>
              <a:rPr lang="en-US"/>
              <a:t>name = Margarete of_Hesse</a:t>
            </a:r>
          </a:p>
          <a:p>
            <a:pPr lvl="0"/>
            <a:r>
              <a:rPr lang="en-US"/>
              <a:t>childOf = F3</a:t>
            </a:r>
          </a:p>
          <a:p>
            <a:pPr lvl="0"/>
            <a:r>
              <a:rPr lang="en-US"/>
              <a:t>yearBorn = 1872</a:t>
            </a:r>
          </a:p>
          <a:p>
            <a:pPr lvl="0"/>
            <a:r>
              <a:rPr lang="en-US"/>
              <a:t>parentOf = F140</a:t>
            </a:r>
          </a:p>
          <a:p>
            <a:pPr lvl="0"/>
            <a:r>
              <a:rPr lang="en-US"/>
              <a:t>id = I78</a:t>
            </a:r>
          </a:p>
          <a:p>
            <a:pPr lvl="0"/>
            <a:r>
              <a:rPr lang="en-US"/>
              <a:t>source = Royal 92 GEDCOM file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</p:notes>
</file>

<file path=ppt/notesSlides/notesSlide19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born = 1864-01-08</a:t>
            </a:r>
          </a:p>
          <a:p>
            <a:pPr lvl="0"/>
            <a:r>
              <a:rPr lang="en-US"/>
              <a:t>sex = male</a:t>
            </a:r>
          </a:p>
          <a:p>
            <a:pPr lvl="0"/>
            <a:r>
              <a:rPr lang="en-US"/>
              <a:t>nobleTitle = Duke</a:t>
            </a:r>
          </a:p>
          <a:p>
            <a:pPr lvl="0"/>
            <a:r>
              <a:rPr lang="en-US"/>
              <a:t>childOf = F2</a:t>
            </a:r>
          </a:p>
          <a:p>
            <a:pPr lvl="0"/>
            <a:r>
              <a:rPr lang="en-US"/>
              <a:t>yearBorn = 1864</a:t>
            </a:r>
          </a:p>
          <a:p>
            <a:pPr lvl="0"/>
            <a:r>
              <a:rPr lang="en-US"/>
              <a:t>died = 1892-01-20</a:t>
            </a:r>
          </a:p>
          <a:p>
            <a:pPr lvl="0"/>
            <a:r>
              <a:rPr lang="en-US"/>
              <a:t>source = Royal 92 GEDCOM file</a:t>
            </a:r>
          </a:p>
          <a:p>
            <a:pPr lvl="0"/>
            <a:r>
              <a:rPr lang="en-US"/>
              <a:t>diedAt = Windsor,Berkshire,England</a:t>
            </a:r>
          </a:p>
          <a:p>
            <a:pPr lvl="0"/>
            <a:r>
              <a:rPr lang="en-US"/>
              <a:t>birthPlace = Frogmore House,Windsor,Berkshire,England</a:t>
            </a:r>
          </a:p>
          <a:p>
            <a:pPr lvl="0"/>
            <a:r>
              <a:rPr lang="en-US"/>
              <a:t>yearDied = 1892</a:t>
            </a:r>
          </a:p>
          <a:p>
            <a:pPr lvl="0"/>
            <a:r>
              <a:rPr lang="en-US"/>
              <a:t>isA = Person</a:t>
            </a:r>
          </a:p>
          <a:p>
            <a:pPr lvl="0"/>
            <a:r>
              <a:rPr lang="en-US"/>
              <a:t>monthBorn = 1</a:t>
            </a:r>
          </a:p>
          <a:p>
            <a:pPr lvl="0"/>
            <a:r>
              <a:rPr lang="en-US"/>
              <a:t>name = Albert Victor Christian</a:t>
            </a:r>
          </a:p>
          <a:p>
            <a:pPr lvl="0"/>
            <a:r>
              <a:rPr lang="en-US"/>
              <a:t>id = I13</a:t>
            </a:r>
          </a:p>
          <a:p>
            <a:pPr lvl="0"/>
            <a:r>
              <a:rPr lang="en-US"/>
              <a:t>monthDied = 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</p:notes>
</file>

<file path=ppt/notesSlides/notesSlide20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born = 1865-07-07</a:t>
            </a:r>
          </a:p>
          <a:p>
            <a:pPr lvl="0"/>
            <a:r>
              <a:rPr lang="en-US"/>
              <a:t>sex = male</a:t>
            </a:r>
          </a:p>
          <a:p>
            <a:pPr lvl="0"/>
            <a:r>
              <a:rPr lang="en-US"/>
              <a:t>nobleTitle = King of England</a:t>
            </a:r>
          </a:p>
          <a:p>
            <a:pPr lvl="0"/>
            <a:r>
              <a:rPr lang="en-US"/>
              <a:t>childOf = F2</a:t>
            </a:r>
          </a:p>
          <a:p>
            <a:pPr lvl="0"/>
            <a:r>
              <a:rPr lang="en-US"/>
              <a:t>yearBorn = 1865</a:t>
            </a:r>
          </a:p>
          <a:p>
            <a:pPr lvl="0"/>
            <a:r>
              <a:rPr lang="en-US"/>
              <a:t>parentOf = F7</a:t>
            </a:r>
          </a:p>
          <a:p>
            <a:pPr lvl="0"/>
            <a:r>
              <a:rPr lang="en-US"/>
              <a:t>died = 1936-01-28</a:t>
            </a:r>
          </a:p>
          <a:p>
            <a:pPr lvl="0"/>
            <a:r>
              <a:rPr lang="en-US"/>
              <a:t>source = Royal 92 GEDCOM file</a:t>
            </a:r>
          </a:p>
          <a:p>
            <a:pPr lvl="0"/>
            <a:r>
              <a:rPr lang="en-US"/>
              <a:t>diedAt = Windsor Castle,St. George Chap.,Berkshire,England</a:t>
            </a:r>
          </a:p>
          <a:p>
            <a:pPr lvl="0"/>
            <a:r>
              <a:rPr lang="en-US"/>
              <a:t>birthPlace = Marlborough Hse,London,England</a:t>
            </a:r>
          </a:p>
          <a:p>
            <a:pPr lvl="0"/>
            <a:r>
              <a:rPr lang="en-US"/>
              <a:t>yearDied = 1936</a:t>
            </a:r>
          </a:p>
          <a:p>
            <a:pPr lvl="0"/>
            <a:r>
              <a:rPr lang="en-US"/>
              <a:t>isA = Person</a:t>
            </a:r>
          </a:p>
          <a:p>
            <a:pPr lvl="0"/>
            <a:r>
              <a:rPr lang="en-US"/>
              <a:t>monthBorn = 7</a:t>
            </a:r>
          </a:p>
          <a:p>
            <a:pPr lvl="0"/>
            <a:r>
              <a:rPr lang="en-US"/>
              <a:t>name = George_V Windsor</a:t>
            </a:r>
          </a:p>
          <a:p>
            <a:pPr lvl="0"/>
            <a:r>
              <a:rPr lang="en-US"/>
              <a:t>id = I14</a:t>
            </a:r>
          </a:p>
          <a:p>
            <a:pPr lvl="0"/>
            <a:r>
              <a:rPr lang="en-US"/>
              <a:t>monthDied = 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</p:notes>
</file>

<file path=ppt/notesSlides/notesSlide21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born = 1867-02-20</a:t>
            </a:r>
          </a:p>
          <a:p>
            <a:pPr lvl="0"/>
            <a:r>
              <a:rPr lang="en-US"/>
              <a:t>sex = female</a:t>
            </a:r>
          </a:p>
          <a:p>
            <a:pPr lvl="0"/>
            <a:r>
              <a:rPr lang="en-US"/>
              <a:t>nobleTitle = Princess Royal</a:t>
            </a:r>
          </a:p>
          <a:p>
            <a:pPr lvl="0"/>
            <a:r>
              <a:rPr lang="en-US"/>
              <a:t>childOf = F2</a:t>
            </a:r>
          </a:p>
          <a:p>
            <a:pPr lvl="0"/>
            <a:r>
              <a:rPr lang="en-US"/>
              <a:t>yearBorn = 1867</a:t>
            </a:r>
          </a:p>
          <a:p>
            <a:pPr lvl="0"/>
            <a:r>
              <a:rPr lang="en-US"/>
              <a:t>parentOf = F29</a:t>
            </a:r>
          </a:p>
          <a:p>
            <a:pPr lvl="0"/>
            <a:r>
              <a:rPr lang="en-US"/>
              <a:t>died = 1931-01-04</a:t>
            </a:r>
          </a:p>
          <a:p>
            <a:pPr lvl="0"/>
            <a:r>
              <a:rPr lang="en-US"/>
              <a:t>source = Royal 92 GEDCOM file</a:t>
            </a:r>
          </a:p>
          <a:p>
            <a:pPr lvl="0"/>
            <a:r>
              <a:rPr lang="en-US"/>
              <a:t>diedAt = Portman Square,London,England</a:t>
            </a:r>
          </a:p>
          <a:p>
            <a:pPr lvl="0"/>
            <a:r>
              <a:rPr lang="en-US"/>
              <a:t>birthPlace = Marlborough,House,London,England</a:t>
            </a:r>
          </a:p>
          <a:p>
            <a:pPr lvl="0"/>
            <a:r>
              <a:rPr lang="en-US"/>
              <a:t>yearDied = 1931</a:t>
            </a:r>
          </a:p>
          <a:p>
            <a:pPr lvl="0"/>
            <a:r>
              <a:rPr lang="en-US"/>
              <a:t>isA = Person</a:t>
            </a:r>
          </a:p>
          <a:p>
            <a:pPr lvl="0"/>
            <a:r>
              <a:rPr lang="en-US"/>
              <a:t>monthBorn = 2</a:t>
            </a:r>
          </a:p>
          <a:p>
            <a:pPr lvl="0"/>
            <a:r>
              <a:rPr lang="en-US"/>
              <a:t>name = Louise Victoria Alexandra</a:t>
            </a:r>
          </a:p>
          <a:p>
            <a:pPr lvl="0"/>
            <a:r>
              <a:rPr lang="en-US"/>
              <a:t>id = I15</a:t>
            </a:r>
          </a:p>
          <a:p>
            <a:pPr lvl="0"/>
            <a:r>
              <a:rPr lang="en-US"/>
              <a:t>monthDied = 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</p:notes>
</file>

<file path=ppt/notesSlides/notesSlide22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born = 1868-07-06</a:t>
            </a:r>
          </a:p>
          <a:p>
            <a:pPr lvl="0"/>
            <a:r>
              <a:rPr lang="en-US"/>
              <a:t>sex = female</a:t>
            </a:r>
          </a:p>
          <a:p>
            <a:pPr lvl="0"/>
            <a:r>
              <a:rPr lang="en-US"/>
              <a:t>nobleTitle = Princess Royal</a:t>
            </a:r>
          </a:p>
          <a:p>
            <a:pPr lvl="0"/>
            <a:r>
              <a:rPr lang="en-US"/>
              <a:t>childOf = F2</a:t>
            </a:r>
          </a:p>
          <a:p>
            <a:pPr lvl="0"/>
            <a:r>
              <a:rPr lang="en-US"/>
              <a:t>yearBorn = 1868</a:t>
            </a:r>
          </a:p>
          <a:p>
            <a:pPr lvl="0"/>
            <a:r>
              <a:rPr lang="en-US"/>
              <a:t>died = 1935-12-03</a:t>
            </a:r>
          </a:p>
          <a:p>
            <a:pPr lvl="0"/>
            <a:r>
              <a:rPr lang="en-US"/>
              <a:t>source = Royal 92 GEDCOM file</a:t>
            </a:r>
          </a:p>
          <a:p>
            <a:pPr lvl="0"/>
            <a:r>
              <a:rPr lang="en-US"/>
              <a:t>diedAt = Coppins,Iver,Bucks,England</a:t>
            </a:r>
          </a:p>
          <a:p>
            <a:pPr lvl="0"/>
            <a:r>
              <a:rPr lang="en-US"/>
              <a:t>birthPlace = Marlborough,House,London,England</a:t>
            </a:r>
          </a:p>
          <a:p>
            <a:pPr lvl="0"/>
            <a:r>
              <a:rPr lang="en-US"/>
              <a:t>yearDied = 1935</a:t>
            </a:r>
          </a:p>
          <a:p>
            <a:pPr lvl="0"/>
            <a:r>
              <a:rPr lang="en-US"/>
              <a:t>isA = Person</a:t>
            </a:r>
          </a:p>
          <a:p>
            <a:pPr lvl="0"/>
            <a:r>
              <a:rPr lang="en-US"/>
              <a:t>monthBorn = 7</a:t>
            </a:r>
          </a:p>
          <a:p>
            <a:pPr lvl="0"/>
            <a:r>
              <a:rPr lang="en-US"/>
              <a:t>name = Victoria Alexandra Olga</a:t>
            </a:r>
          </a:p>
          <a:p>
            <a:pPr lvl="0"/>
            <a:r>
              <a:rPr lang="en-US"/>
              <a:t>id = I16</a:t>
            </a:r>
          </a:p>
          <a:p>
            <a:pPr lvl="0"/>
            <a:r>
              <a:rPr lang="en-US"/>
              <a:t>monthDied = 12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</p:notes>
</file>

<file path=ppt/notesSlides/notesSlide23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born = 1869-11-26</a:t>
            </a:r>
          </a:p>
          <a:p>
            <a:pPr lvl="0"/>
            <a:r>
              <a:rPr lang="en-US"/>
              <a:t>sex = female</a:t>
            </a:r>
          </a:p>
          <a:p>
            <a:pPr lvl="0"/>
            <a:r>
              <a:rPr lang="en-US"/>
              <a:t>nobleTitle = Princess</a:t>
            </a:r>
          </a:p>
          <a:p>
            <a:pPr lvl="0"/>
            <a:r>
              <a:rPr lang="en-US"/>
              <a:t>childOf = F2</a:t>
            </a:r>
          </a:p>
          <a:p>
            <a:pPr lvl="0"/>
            <a:r>
              <a:rPr lang="en-US"/>
              <a:t>yearBorn = 1869</a:t>
            </a:r>
          </a:p>
          <a:p>
            <a:pPr lvl="0"/>
            <a:r>
              <a:rPr lang="en-US"/>
              <a:t>parentOf = F21</a:t>
            </a:r>
          </a:p>
          <a:p>
            <a:pPr lvl="0"/>
            <a:r>
              <a:rPr lang="en-US"/>
              <a:t>died = 1938-11-20</a:t>
            </a:r>
          </a:p>
          <a:p>
            <a:pPr lvl="0"/>
            <a:r>
              <a:rPr lang="en-US"/>
              <a:t>source = Royal 92 GEDCOM file</a:t>
            </a:r>
          </a:p>
          <a:p>
            <a:pPr lvl="0"/>
            <a:r>
              <a:rPr lang="en-US"/>
              <a:t>diedAt = London,England</a:t>
            </a:r>
          </a:p>
          <a:p>
            <a:pPr lvl="0"/>
            <a:r>
              <a:rPr lang="en-US"/>
              <a:t>birthPlace = Marlborough,House,London,England</a:t>
            </a:r>
          </a:p>
          <a:p>
            <a:pPr lvl="0"/>
            <a:r>
              <a:rPr lang="en-US"/>
              <a:t>yearDied = 1938</a:t>
            </a:r>
          </a:p>
          <a:p>
            <a:pPr lvl="0"/>
            <a:r>
              <a:rPr lang="en-US"/>
              <a:t>isA = Person</a:t>
            </a:r>
          </a:p>
          <a:p>
            <a:pPr lvl="0"/>
            <a:r>
              <a:rPr lang="en-US"/>
              <a:t>monthBorn = 11</a:t>
            </a:r>
          </a:p>
          <a:p>
            <a:pPr lvl="0"/>
            <a:r>
              <a:rPr lang="en-US"/>
              <a:t>name = Maude Charlotte Mary</a:t>
            </a:r>
          </a:p>
          <a:p>
            <a:pPr lvl="0"/>
            <a:r>
              <a:rPr lang="en-US"/>
              <a:t>id = I17</a:t>
            </a:r>
          </a:p>
          <a:p>
            <a:pPr lvl="0"/>
            <a:r>
              <a:rPr lang="en-US"/>
              <a:t>monthDied = 11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</p:notes>
</file>

<file path=ppt/notesSlides/notesSlide24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born = 1871-04-06</a:t>
            </a:r>
          </a:p>
          <a:p>
            <a:pPr lvl="0"/>
            <a:r>
              <a:rPr lang="en-US"/>
              <a:t>sex = male</a:t>
            </a:r>
          </a:p>
          <a:p>
            <a:pPr lvl="0"/>
            <a:r>
              <a:rPr lang="en-US"/>
              <a:t>nobleTitle = Princess</a:t>
            </a:r>
          </a:p>
          <a:p>
            <a:pPr lvl="0"/>
            <a:r>
              <a:rPr lang="en-US"/>
              <a:t>childOf = F2</a:t>
            </a:r>
          </a:p>
          <a:p>
            <a:pPr lvl="0"/>
            <a:r>
              <a:rPr lang="en-US"/>
              <a:t>yearBorn = 1871</a:t>
            </a:r>
          </a:p>
          <a:p>
            <a:pPr lvl="0"/>
            <a:r>
              <a:rPr lang="en-US"/>
              <a:t>died = 1871-04-07</a:t>
            </a:r>
          </a:p>
          <a:p>
            <a:pPr lvl="0"/>
            <a:r>
              <a:rPr lang="en-US"/>
              <a:t>source = Royal 92 GEDCOM file</a:t>
            </a:r>
          </a:p>
          <a:p>
            <a:pPr lvl="0"/>
            <a:r>
              <a:rPr lang="en-US"/>
              <a:t>yearDied = 1871</a:t>
            </a:r>
          </a:p>
          <a:p>
            <a:pPr lvl="0"/>
            <a:r>
              <a:rPr lang="en-US"/>
              <a:t>isA = Person</a:t>
            </a:r>
          </a:p>
          <a:p>
            <a:pPr lvl="0"/>
            <a:r>
              <a:rPr lang="en-US"/>
              <a:t>monthBorn = 4</a:t>
            </a:r>
          </a:p>
          <a:p>
            <a:pPr lvl="0"/>
            <a:r>
              <a:rPr lang="en-US"/>
              <a:t>name = John Alexander</a:t>
            </a:r>
          </a:p>
          <a:p>
            <a:pPr lvl="0"/>
            <a:r>
              <a:rPr lang="en-US"/>
              <a:t>id = I18</a:t>
            </a:r>
          </a:p>
          <a:p>
            <a:pPr lvl="0"/>
            <a:r>
              <a:rPr lang="en-US"/>
              <a:t>monthDied = 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</p:notes>
</file>

<file path=ppt/notesSlides/notesSlide25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yearDied = 1950</a:t>
            </a:r>
          </a:p>
          <a:p>
            <a:pPr lvl="0"/>
            <a:r>
              <a:rPr lang="en-US"/>
              <a:t>isA = Person</a:t>
            </a:r>
          </a:p>
          <a:p>
            <a:pPr lvl="0"/>
            <a:r>
              <a:rPr lang="en-US"/>
              <a:t>sex = female</a:t>
            </a:r>
          </a:p>
          <a:p>
            <a:pPr lvl="0"/>
            <a:r>
              <a:rPr lang="en-US"/>
              <a:t>nobleTitle = Princess</a:t>
            </a:r>
          </a:p>
          <a:p>
            <a:pPr lvl="0"/>
            <a:r>
              <a:rPr lang="en-US"/>
              <a:t>name = Victoria Alberta of_Hesse</a:t>
            </a:r>
          </a:p>
          <a:p>
            <a:pPr lvl="0"/>
            <a:r>
              <a:rPr lang="en-US"/>
              <a:t>childOf = F8</a:t>
            </a:r>
          </a:p>
          <a:p>
            <a:pPr lvl="0"/>
            <a:r>
              <a:rPr lang="en-US"/>
              <a:t>yearBorn = 1863</a:t>
            </a:r>
          </a:p>
          <a:p>
            <a:pPr lvl="0"/>
            <a:r>
              <a:rPr lang="en-US"/>
              <a:t>parentOf = F27</a:t>
            </a:r>
          </a:p>
          <a:p>
            <a:pPr lvl="0"/>
            <a:r>
              <a:rPr lang="en-US"/>
              <a:t>id = I38</a:t>
            </a:r>
          </a:p>
          <a:p>
            <a:pPr lvl="0"/>
            <a:r>
              <a:rPr lang="en-US"/>
              <a:t>source = Royal 92 GEDCOM file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</p:notes>
</file>

<file path=ppt/notesSlides/notesSlide26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born = 1872-06-06</a:t>
            </a:r>
          </a:p>
          <a:p>
            <a:pPr lvl="0"/>
            <a:r>
              <a:rPr lang="en-US"/>
              <a:t>sex = female</a:t>
            </a:r>
          </a:p>
          <a:p>
            <a:pPr lvl="0"/>
            <a:r>
              <a:rPr lang="en-US"/>
              <a:t>nobleTitle = Tsarina</a:t>
            </a:r>
          </a:p>
          <a:p>
            <a:pPr lvl="0"/>
            <a:r>
              <a:rPr lang="en-US"/>
              <a:t>childOf = F8</a:t>
            </a:r>
          </a:p>
          <a:p>
            <a:pPr lvl="0"/>
            <a:r>
              <a:rPr lang="en-US"/>
              <a:t>yearBorn = 1872</a:t>
            </a:r>
          </a:p>
          <a:p>
            <a:pPr lvl="0"/>
            <a:r>
              <a:rPr lang="en-US"/>
              <a:t>parentOf = F4</a:t>
            </a:r>
          </a:p>
          <a:p>
            <a:pPr lvl="0"/>
            <a:r>
              <a:rPr lang="en-US"/>
              <a:t>died = 1918-07-16</a:t>
            </a:r>
          </a:p>
          <a:p>
            <a:pPr lvl="0"/>
            <a:r>
              <a:rPr lang="en-US"/>
              <a:t>source = Royal 92 GEDCOM file</a:t>
            </a:r>
          </a:p>
          <a:p>
            <a:pPr lvl="0"/>
            <a:r>
              <a:rPr lang="en-US"/>
              <a:t>diedAt = Ekaterinburg,,,Russia</a:t>
            </a:r>
          </a:p>
          <a:p>
            <a:pPr lvl="0"/>
            <a:r>
              <a:rPr lang="en-US"/>
              <a:t>birthPlace = Darmstadt,,,Germany</a:t>
            </a:r>
          </a:p>
          <a:p>
            <a:pPr lvl="0"/>
            <a:r>
              <a:rPr lang="en-US"/>
              <a:t>yearDied = 1918</a:t>
            </a:r>
          </a:p>
          <a:p>
            <a:pPr lvl="0"/>
            <a:r>
              <a:rPr lang="en-US"/>
              <a:t>isA = Person</a:t>
            </a:r>
          </a:p>
          <a:p>
            <a:pPr lvl="0"/>
            <a:r>
              <a:rPr lang="en-US"/>
              <a:t>monthBorn = 6</a:t>
            </a:r>
          </a:p>
          <a:p>
            <a:pPr lvl="0"/>
            <a:r>
              <a:rPr lang="en-US"/>
              <a:t>name = Alexandra Fedorovna 'Alix'</a:t>
            </a:r>
          </a:p>
          <a:p>
            <a:pPr lvl="0"/>
            <a:r>
              <a:rPr lang="en-US"/>
              <a:t>id = I39</a:t>
            </a:r>
          </a:p>
          <a:p>
            <a:pPr lvl="0"/>
            <a:r>
              <a:rPr lang="en-US"/>
              <a:t>monthDied = 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</p:notes>
</file>

<file path=ppt/notesSlides/notesSlide27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yearDied = 1953</a:t>
            </a:r>
          </a:p>
          <a:p>
            <a:pPr lvl="0"/>
            <a:r>
              <a:rPr lang="en-US"/>
              <a:t>isA = Person</a:t>
            </a:r>
          </a:p>
          <a:p>
            <a:pPr lvl="0"/>
            <a:r>
              <a:rPr lang="en-US"/>
              <a:t>sex = female</a:t>
            </a:r>
          </a:p>
          <a:p>
            <a:pPr lvl="0"/>
            <a:r>
              <a:rPr lang="en-US"/>
              <a:t>nobleTitle = Princess</a:t>
            </a:r>
          </a:p>
          <a:p>
            <a:pPr lvl="0"/>
            <a:r>
              <a:rPr lang="en-US"/>
              <a:t>name = Irene of_Hesse</a:t>
            </a:r>
          </a:p>
          <a:p>
            <a:pPr lvl="0"/>
            <a:r>
              <a:rPr lang="en-US"/>
              <a:t>childOf = F8</a:t>
            </a:r>
          </a:p>
          <a:p>
            <a:pPr lvl="0"/>
            <a:r>
              <a:rPr lang="en-US"/>
              <a:t>yearBorn = 1866</a:t>
            </a:r>
          </a:p>
          <a:p>
            <a:pPr lvl="0"/>
            <a:r>
              <a:rPr lang="en-US"/>
              <a:t>parentOf = F22</a:t>
            </a:r>
          </a:p>
          <a:p>
            <a:pPr lvl="0"/>
            <a:r>
              <a:rPr lang="en-US"/>
              <a:t>id = I79</a:t>
            </a:r>
          </a:p>
          <a:p>
            <a:pPr lvl="0"/>
            <a:r>
              <a:rPr lang="en-US"/>
              <a:t>source = Royal 92 GEDCOM file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</p:notes>
</file>

<file path=ppt/notesSlides/notesSlide28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yearDied = 1937</a:t>
            </a:r>
          </a:p>
          <a:p>
            <a:pPr lvl="0"/>
            <a:r>
              <a:rPr lang="en-US"/>
              <a:t>isA = Person</a:t>
            </a:r>
          </a:p>
          <a:p>
            <a:pPr lvl="0"/>
            <a:r>
              <a:rPr lang="en-US"/>
              <a:t>sex = male</a:t>
            </a:r>
          </a:p>
          <a:p>
            <a:pPr lvl="0"/>
            <a:r>
              <a:rPr lang="en-US"/>
              <a:t>nobleTitle = Grand Duke</a:t>
            </a:r>
          </a:p>
          <a:p>
            <a:pPr lvl="0"/>
            <a:r>
              <a:rPr lang="en-US"/>
              <a:t>name = Ernest Louis of_Hesse</a:t>
            </a:r>
          </a:p>
          <a:p>
            <a:pPr lvl="0"/>
            <a:r>
              <a:rPr lang="en-US"/>
              <a:t>childOf = F8</a:t>
            </a:r>
          </a:p>
          <a:p>
            <a:pPr lvl="0"/>
            <a:r>
              <a:rPr lang="en-US"/>
              <a:t>yearBorn = 1868</a:t>
            </a:r>
          </a:p>
          <a:p>
            <a:pPr lvl="0"/>
            <a:r>
              <a:rPr lang="en-US"/>
              <a:t>parentOf = F157</a:t>
            </a:r>
          </a:p>
          <a:p>
            <a:pPr lvl="0"/>
            <a:r>
              <a:rPr lang="en-US"/>
              <a:t>id = I83</a:t>
            </a:r>
          </a:p>
          <a:p>
            <a:pPr lvl="0"/>
            <a:r>
              <a:rPr lang="en-US"/>
              <a:t>source = Royal 92 GEDCOM file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</p:notes>
</file>

<file path=ppt/notesSlides/notesSlide29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sex = female</a:t>
            </a:r>
          </a:p>
          <a:p>
            <a:pPr lvl="0"/>
            <a:r>
              <a:rPr lang="en-US"/>
              <a:t>nobleTitle = Grand Duchess</a:t>
            </a:r>
          </a:p>
          <a:p>
            <a:pPr lvl="0"/>
            <a:r>
              <a:rPr lang="en-US"/>
              <a:t>childOf = F8</a:t>
            </a:r>
          </a:p>
          <a:p>
            <a:pPr lvl="0"/>
            <a:r>
              <a:rPr lang="en-US"/>
              <a:t>yearBorn = 1864</a:t>
            </a:r>
          </a:p>
          <a:p>
            <a:pPr lvl="0"/>
            <a:r>
              <a:rPr lang="en-US"/>
              <a:t>parentOf = F144</a:t>
            </a:r>
          </a:p>
          <a:p>
            <a:pPr lvl="0"/>
            <a:r>
              <a:rPr lang="en-US"/>
              <a:t>died = 1918-07-17</a:t>
            </a:r>
          </a:p>
          <a:p>
            <a:pPr lvl="0"/>
            <a:r>
              <a:rPr lang="en-US"/>
              <a:t>source = Royal 92 GEDCOM file</a:t>
            </a:r>
          </a:p>
          <a:p>
            <a:pPr lvl="0"/>
            <a:r>
              <a:rPr lang="en-US"/>
              <a:t>diedAt = Alapayevsk,Ural Mts.,,Russia</a:t>
            </a:r>
          </a:p>
          <a:p>
            <a:pPr lvl="0"/>
            <a:r>
              <a:rPr lang="en-US"/>
              <a:t>yearDied = 1918</a:t>
            </a:r>
          </a:p>
          <a:p>
            <a:pPr lvl="0"/>
            <a:r>
              <a:rPr lang="en-US"/>
              <a:t>isA = Person</a:t>
            </a:r>
          </a:p>
          <a:p>
            <a:pPr lvl="0"/>
            <a:r>
              <a:rPr lang="en-US"/>
              <a:t>name = Elizabeth 'Ella'</a:t>
            </a:r>
          </a:p>
          <a:p>
            <a:pPr lvl="0"/>
            <a:r>
              <a:rPr lang="en-US"/>
              <a:t>id = I84</a:t>
            </a:r>
          </a:p>
          <a:p>
            <a:pPr lvl="0"/>
            <a:r>
              <a:rPr lang="en-US"/>
              <a:t>monthDied = 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</p:notes>
</file>

<file path=ppt/notesSlides/notesSlide30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yearDied = 1878</a:t>
            </a:r>
          </a:p>
          <a:p>
            <a:pPr lvl="0"/>
            <a:r>
              <a:rPr lang="en-US"/>
              <a:t>isA = Person</a:t>
            </a:r>
          </a:p>
          <a:p>
            <a:pPr lvl="0"/>
            <a:r>
              <a:rPr lang="en-US"/>
              <a:t>sex = female</a:t>
            </a:r>
          </a:p>
          <a:p>
            <a:pPr lvl="0"/>
            <a:r>
              <a:rPr lang="en-US"/>
              <a:t>nobleTitle = Grand Duchess</a:t>
            </a:r>
          </a:p>
          <a:p>
            <a:pPr lvl="0"/>
            <a:r>
              <a:rPr lang="en-US"/>
              <a:t>name = Mary 'May'</a:t>
            </a:r>
          </a:p>
          <a:p>
            <a:pPr lvl="0"/>
            <a:r>
              <a:rPr lang="en-US"/>
              <a:t>childOf = F8</a:t>
            </a:r>
          </a:p>
          <a:p>
            <a:pPr lvl="0"/>
            <a:r>
              <a:rPr lang="en-US"/>
              <a:t>yearBorn = 1874</a:t>
            </a:r>
          </a:p>
          <a:p>
            <a:pPr lvl="0"/>
            <a:r>
              <a:rPr lang="en-US"/>
              <a:t>id = I85</a:t>
            </a:r>
          </a:p>
          <a:p>
            <a:pPr lvl="0"/>
            <a:r>
              <a:rPr lang="en-US"/>
              <a:t>source = Royal 92 GEDCOM file</a:t>
            </a:r>
          </a:p>
          <a:p>
            <a:pPr lvl="0"/>
            <a:r>
              <a:rPr lang="en-US"/>
              <a:t>diedAt = Hesse-Darmstadt,Palace,,Germany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</p:notes>
</file>

<file path=ppt/notesSlides/notesSlide31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yearDied = 1873</a:t>
            </a:r>
          </a:p>
          <a:p>
            <a:pPr lvl="0"/>
            <a:r>
              <a:rPr lang="en-US"/>
              <a:t>isA = Person</a:t>
            </a:r>
          </a:p>
          <a:p>
            <a:pPr lvl="0"/>
            <a:r>
              <a:rPr lang="en-US"/>
              <a:t>sex = male</a:t>
            </a:r>
          </a:p>
          <a:p>
            <a:pPr lvl="0"/>
            <a:r>
              <a:rPr lang="en-US"/>
              <a:t>nobleTitle = Grand Duchess</a:t>
            </a:r>
          </a:p>
          <a:p>
            <a:pPr lvl="0"/>
            <a:r>
              <a:rPr lang="en-US"/>
              <a:t>name = Frederick</a:t>
            </a:r>
          </a:p>
          <a:p>
            <a:pPr lvl="0"/>
            <a:r>
              <a:rPr lang="en-US"/>
              <a:t>childOf = F8</a:t>
            </a:r>
          </a:p>
          <a:p>
            <a:pPr lvl="0"/>
            <a:r>
              <a:rPr lang="en-US"/>
              <a:t>yearBorn = 1870</a:t>
            </a:r>
          </a:p>
          <a:p>
            <a:pPr lvl="0"/>
            <a:r>
              <a:rPr lang="en-US"/>
              <a:t>id = I86</a:t>
            </a:r>
          </a:p>
          <a:p>
            <a:pPr lvl="0"/>
            <a:r>
              <a:rPr lang="en-US"/>
              <a:t>source = Royal 92 GEDCOM file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</p:notes>
</file>

<file path=ppt/notesSlides/notesSlide32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yearDied = 1899</a:t>
            </a:r>
          </a:p>
          <a:p>
            <a:pPr lvl="0"/>
            <a:r>
              <a:rPr lang="en-US"/>
              <a:t>isA = Person</a:t>
            </a:r>
          </a:p>
          <a:p>
            <a:pPr lvl="0"/>
            <a:r>
              <a:rPr lang="en-US"/>
              <a:t>sex = male</a:t>
            </a:r>
          </a:p>
          <a:p>
            <a:pPr lvl="0"/>
            <a:r>
              <a:rPr lang="en-US"/>
              <a:t>nobleTitle = Prince</a:t>
            </a:r>
          </a:p>
          <a:p>
            <a:pPr lvl="0"/>
            <a:r>
              <a:rPr lang="en-US"/>
              <a:t>name = Alfred</a:t>
            </a:r>
          </a:p>
          <a:p>
            <a:pPr lvl="0"/>
            <a:r>
              <a:rPr lang="en-US"/>
              <a:t>childOf = F26</a:t>
            </a:r>
          </a:p>
          <a:p>
            <a:pPr lvl="0"/>
            <a:r>
              <a:rPr lang="en-US"/>
              <a:t>yearBorn = 1874</a:t>
            </a:r>
          </a:p>
          <a:p>
            <a:pPr lvl="0"/>
            <a:r>
              <a:rPr lang="en-US"/>
              <a:t>id = I95</a:t>
            </a:r>
          </a:p>
          <a:p>
            <a:pPr lvl="0"/>
            <a:r>
              <a:rPr lang="en-US"/>
              <a:t>source = Royal 92 GEDCOM file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</p:notes>
</file>

<file path=ppt/notesSlides/notesSlide33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born = 1875-10-29</a:t>
            </a:r>
          </a:p>
          <a:p>
            <a:pPr lvl="0"/>
            <a:r>
              <a:rPr lang="en-US"/>
              <a:t>sex = female</a:t>
            </a:r>
          </a:p>
          <a:p>
            <a:pPr lvl="0"/>
            <a:r>
              <a:rPr lang="en-US"/>
              <a:t>nobleTitle = Queen of Romania</a:t>
            </a:r>
          </a:p>
          <a:p>
            <a:pPr lvl="0"/>
            <a:r>
              <a:rPr lang="en-US"/>
              <a:t>childOf = F26</a:t>
            </a:r>
          </a:p>
          <a:p>
            <a:pPr lvl="0"/>
            <a:r>
              <a:rPr lang="en-US"/>
              <a:t>yearBorn = 1875</a:t>
            </a:r>
          </a:p>
          <a:p>
            <a:pPr lvl="0"/>
            <a:r>
              <a:rPr lang="en-US"/>
              <a:t>parentOf = F100</a:t>
            </a:r>
          </a:p>
          <a:p>
            <a:pPr lvl="0"/>
            <a:r>
              <a:rPr lang="en-US"/>
              <a:t>died = 1938-07-10</a:t>
            </a:r>
          </a:p>
          <a:p>
            <a:pPr lvl="0"/>
            <a:r>
              <a:rPr lang="en-US"/>
              <a:t>source = Royal 92 GEDCOM file</a:t>
            </a:r>
          </a:p>
          <a:p>
            <a:pPr lvl="0"/>
            <a:r>
              <a:rPr lang="en-US"/>
              <a:t>diedAt = Castle Pelesch,Sinaia,Romania</a:t>
            </a:r>
          </a:p>
          <a:p>
            <a:pPr lvl="0"/>
            <a:r>
              <a:rPr lang="en-US"/>
              <a:t>birthPlace = Eastwell Park,Kent,England</a:t>
            </a:r>
          </a:p>
          <a:p>
            <a:pPr lvl="0"/>
            <a:r>
              <a:rPr lang="en-US"/>
              <a:t>yearDied = 1938</a:t>
            </a:r>
          </a:p>
          <a:p>
            <a:pPr lvl="0"/>
            <a:r>
              <a:rPr lang="en-US"/>
              <a:t>isA = Person</a:t>
            </a:r>
          </a:p>
          <a:p>
            <a:pPr lvl="0"/>
            <a:r>
              <a:rPr lang="en-US"/>
              <a:t>monthBorn = 10</a:t>
            </a:r>
          </a:p>
          <a:p>
            <a:pPr lvl="0"/>
            <a:r>
              <a:rPr lang="en-US"/>
              <a:t>name = Marie of_Saxe-Coburg and_Gotha</a:t>
            </a:r>
          </a:p>
          <a:p>
            <a:pPr lvl="0"/>
            <a:r>
              <a:rPr lang="en-US"/>
              <a:t>id = I96</a:t>
            </a:r>
          </a:p>
          <a:p>
            <a:pPr lvl="0"/>
            <a:r>
              <a:rPr lang="en-US"/>
              <a:t>monthDied = 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</p:notes>
</file>

<file path=ppt/notesSlides/notesSlide34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birthPlace = Malta</a:t>
            </a:r>
          </a:p>
          <a:p>
            <a:pPr lvl="0"/>
            <a:r>
              <a:rPr lang="en-US"/>
              <a:t>yearDied = 1936</a:t>
            </a:r>
          </a:p>
          <a:p>
            <a:pPr lvl="0"/>
            <a:r>
              <a:rPr lang="en-US"/>
              <a:t>isA = Person</a:t>
            </a:r>
          </a:p>
          <a:p>
            <a:pPr lvl="0"/>
            <a:r>
              <a:rPr lang="en-US"/>
              <a:t>sex = female</a:t>
            </a:r>
          </a:p>
          <a:p>
            <a:pPr lvl="0"/>
            <a:r>
              <a:rPr lang="en-US"/>
              <a:t>nobleTitle = Grand Duchess</a:t>
            </a:r>
          </a:p>
          <a:p>
            <a:pPr lvl="0"/>
            <a:r>
              <a:rPr lang="en-US"/>
              <a:t>name = Victoria Melita of_Edinburgh</a:t>
            </a:r>
          </a:p>
          <a:p>
            <a:pPr lvl="0"/>
            <a:r>
              <a:rPr lang="en-US"/>
              <a:t>childOf = F26</a:t>
            </a:r>
          </a:p>
          <a:p>
            <a:pPr lvl="0"/>
            <a:r>
              <a:rPr lang="en-US"/>
              <a:t>yearBorn = 1876</a:t>
            </a:r>
          </a:p>
          <a:p>
            <a:pPr lvl="0"/>
            <a:r>
              <a:rPr lang="en-US"/>
              <a:t>parentOf = F213</a:t>
            </a:r>
          </a:p>
          <a:p>
            <a:pPr lvl="0"/>
            <a:r>
              <a:rPr lang="en-US"/>
              <a:t>id = I97</a:t>
            </a:r>
          </a:p>
          <a:p>
            <a:pPr lvl="0"/>
            <a:r>
              <a:rPr lang="en-US"/>
              <a:t>source = Royal 92 GEDCOM file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</p:notes>
</file>

<file path=ppt/notesSlides/notesSlide35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yearDied = 1942</a:t>
            </a:r>
          </a:p>
          <a:p>
            <a:pPr lvl="0"/>
            <a:r>
              <a:rPr lang="en-US"/>
              <a:t>isA = Person</a:t>
            </a:r>
          </a:p>
          <a:p>
            <a:pPr lvl="0"/>
            <a:r>
              <a:rPr lang="en-US"/>
              <a:t>sex = female</a:t>
            </a:r>
          </a:p>
          <a:p>
            <a:pPr lvl="0"/>
            <a:r>
              <a:rPr lang="en-US"/>
              <a:t>nobleTitle = Princess</a:t>
            </a:r>
          </a:p>
          <a:p>
            <a:pPr lvl="0"/>
            <a:r>
              <a:rPr lang="en-US"/>
              <a:t>name = Alexandra</a:t>
            </a:r>
          </a:p>
          <a:p>
            <a:pPr lvl="0"/>
            <a:r>
              <a:rPr lang="en-US"/>
              <a:t>childOf = F26</a:t>
            </a:r>
          </a:p>
          <a:p>
            <a:pPr lvl="0"/>
            <a:r>
              <a:rPr lang="en-US"/>
              <a:t>yearBorn = 1878</a:t>
            </a:r>
          </a:p>
          <a:p>
            <a:pPr lvl="0"/>
            <a:r>
              <a:rPr lang="en-US"/>
              <a:t>parentOf = F961</a:t>
            </a:r>
          </a:p>
          <a:p>
            <a:pPr lvl="0"/>
            <a:r>
              <a:rPr lang="en-US"/>
              <a:t>id = I98</a:t>
            </a:r>
          </a:p>
          <a:p>
            <a:pPr lvl="0"/>
            <a:r>
              <a:rPr lang="en-US"/>
              <a:t>source = Royal 92 GEDCOM file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</p:notes>
</file>

<file path=ppt/notesSlides/notesSlide36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yearDied = 1966</a:t>
            </a:r>
          </a:p>
          <a:p>
            <a:pPr lvl="0"/>
            <a:r>
              <a:rPr lang="en-US"/>
              <a:t>isA = Person</a:t>
            </a:r>
          </a:p>
          <a:p>
            <a:pPr lvl="0"/>
            <a:r>
              <a:rPr lang="en-US"/>
              <a:t>sex = female</a:t>
            </a:r>
          </a:p>
          <a:p>
            <a:pPr lvl="0"/>
            <a:r>
              <a:rPr lang="en-US"/>
              <a:t>nobleTitle = Princess</a:t>
            </a:r>
          </a:p>
          <a:p>
            <a:pPr lvl="0"/>
            <a:r>
              <a:rPr lang="en-US"/>
              <a:t>name = Beatrice</a:t>
            </a:r>
          </a:p>
          <a:p>
            <a:pPr lvl="0"/>
            <a:r>
              <a:rPr lang="en-US"/>
              <a:t>childOf = F26</a:t>
            </a:r>
          </a:p>
          <a:p>
            <a:pPr lvl="0"/>
            <a:r>
              <a:rPr lang="en-US"/>
              <a:t>yearBorn = 1884</a:t>
            </a:r>
          </a:p>
          <a:p>
            <a:pPr lvl="0"/>
            <a:r>
              <a:rPr lang="en-US"/>
              <a:t>parentOf = F960</a:t>
            </a:r>
          </a:p>
          <a:p>
            <a:pPr lvl="0"/>
            <a:r>
              <a:rPr lang="en-US"/>
              <a:t>id = I99</a:t>
            </a:r>
          </a:p>
          <a:p>
            <a:pPr lvl="0"/>
            <a:r>
              <a:rPr lang="en-US"/>
              <a:t>source = Royal 92 GEDCOM file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</p:notes>
</file>

<file path=ppt/notesSlides/notesSlide37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yearDied = 1956</a:t>
            </a:r>
          </a:p>
          <a:p>
            <a:pPr lvl="0"/>
            <a:r>
              <a:rPr lang="en-US"/>
              <a:t>isA = Person</a:t>
            </a:r>
          </a:p>
          <a:p>
            <a:pPr lvl="0"/>
            <a:r>
              <a:rPr lang="en-US"/>
              <a:t>sex = female</a:t>
            </a:r>
          </a:p>
          <a:p>
            <a:pPr lvl="0"/>
            <a:r>
              <a:rPr lang="en-US"/>
              <a:t>nobleTitle = Princess</a:t>
            </a:r>
          </a:p>
          <a:p>
            <a:pPr lvl="0"/>
            <a:r>
              <a:rPr lang="en-US"/>
              <a:t>name = Marie Louise</a:t>
            </a:r>
          </a:p>
          <a:p>
            <a:pPr lvl="0"/>
            <a:r>
              <a:rPr lang="en-US"/>
              <a:t>childOf = F32</a:t>
            </a:r>
          </a:p>
          <a:p>
            <a:pPr lvl="0"/>
            <a:r>
              <a:rPr lang="en-US"/>
              <a:t>yearBorn = 1872</a:t>
            </a:r>
          </a:p>
          <a:p>
            <a:pPr lvl="0"/>
            <a:r>
              <a:rPr lang="en-US"/>
              <a:t>parentOf = F33</a:t>
            </a:r>
          </a:p>
          <a:p>
            <a:pPr lvl="0"/>
            <a:r>
              <a:rPr lang="en-US"/>
              <a:t>id = I118</a:t>
            </a:r>
          </a:p>
          <a:p>
            <a:pPr lvl="0"/>
            <a:r>
              <a:rPr lang="en-US"/>
              <a:t>source = Royal 92 GEDCOM file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</p:notes>
</file>

<file path=ppt/notesSlides/notesSlide38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yearDied = 1900</a:t>
            </a:r>
          </a:p>
          <a:p>
            <a:pPr lvl="0"/>
            <a:r>
              <a:rPr lang="en-US"/>
              <a:t>isA = Person</a:t>
            </a:r>
          </a:p>
          <a:p>
            <a:pPr lvl="0"/>
            <a:r>
              <a:rPr lang="en-US"/>
              <a:t>sex = male</a:t>
            </a:r>
          </a:p>
          <a:p>
            <a:pPr lvl="0"/>
            <a:r>
              <a:rPr lang="en-US"/>
              <a:t>nobleTitle = King of Romania</a:t>
            </a:r>
          </a:p>
          <a:p>
            <a:pPr lvl="0"/>
            <a:r>
              <a:rPr lang="en-US"/>
              <a:t>name = Christian Victor</a:t>
            </a:r>
          </a:p>
          <a:p>
            <a:pPr lvl="0"/>
            <a:r>
              <a:rPr lang="en-US"/>
              <a:t>childOf = F32</a:t>
            </a:r>
          </a:p>
          <a:p>
            <a:pPr lvl="0"/>
            <a:r>
              <a:rPr lang="en-US"/>
              <a:t>yearBorn = 1867</a:t>
            </a:r>
          </a:p>
          <a:p>
            <a:pPr lvl="0"/>
            <a:r>
              <a:rPr lang="en-US"/>
              <a:t>id = I310</a:t>
            </a:r>
          </a:p>
          <a:p>
            <a:pPr lvl="0"/>
            <a:r>
              <a:rPr lang="en-US"/>
              <a:t>source = Royal 92 GEDCOM file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</p:notes>
</file>

<file path=ppt/notesSlides/notesSlide39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yearDied = 1931</a:t>
            </a:r>
          </a:p>
          <a:p>
            <a:pPr lvl="0"/>
            <a:r>
              <a:rPr lang="en-US"/>
              <a:t>isA = Person</a:t>
            </a:r>
          </a:p>
          <a:p>
            <a:pPr lvl="0"/>
            <a:r>
              <a:rPr lang="en-US"/>
              <a:t>sex = male</a:t>
            </a:r>
          </a:p>
          <a:p>
            <a:pPr lvl="0"/>
            <a:r>
              <a:rPr lang="en-US"/>
              <a:t>nobleTitle = Duke</a:t>
            </a:r>
          </a:p>
          <a:p>
            <a:pPr lvl="0"/>
            <a:r>
              <a:rPr lang="en-US"/>
              <a:t>name = Albert of_Schleswig- Holstein</a:t>
            </a:r>
          </a:p>
          <a:p>
            <a:pPr lvl="0"/>
            <a:r>
              <a:rPr lang="en-US"/>
              <a:t>childOf = F32</a:t>
            </a:r>
          </a:p>
          <a:p>
            <a:pPr lvl="0"/>
            <a:r>
              <a:rPr lang="en-US"/>
              <a:t>yearBorn = 1869</a:t>
            </a:r>
          </a:p>
          <a:p>
            <a:pPr lvl="0"/>
            <a:r>
              <a:rPr lang="en-US"/>
              <a:t>id = I311</a:t>
            </a:r>
          </a:p>
          <a:p>
            <a:pPr lvl="0"/>
            <a:r>
              <a:rPr lang="en-US"/>
              <a:t>source = Royal 92 GEDCOM file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</p:notes>
</file>

<file path=ppt/notesSlides/notesSlide40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yearDied = 1948</a:t>
            </a:r>
          </a:p>
          <a:p>
            <a:pPr lvl="0"/>
            <a:r>
              <a:rPr lang="en-US"/>
              <a:t>isA = Person</a:t>
            </a:r>
          </a:p>
          <a:p>
            <a:pPr lvl="0"/>
            <a:r>
              <a:rPr lang="en-US"/>
              <a:t>sex = female</a:t>
            </a:r>
          </a:p>
          <a:p>
            <a:pPr lvl="0"/>
            <a:r>
              <a:rPr lang="en-US"/>
              <a:t>nobleTitle = Princess</a:t>
            </a:r>
          </a:p>
          <a:p>
            <a:pPr lvl="0"/>
            <a:r>
              <a:rPr lang="en-US"/>
              <a:t>name = Helena Victoria</a:t>
            </a:r>
          </a:p>
          <a:p>
            <a:pPr lvl="0"/>
            <a:r>
              <a:rPr lang="en-US"/>
              <a:t>childOf = F32</a:t>
            </a:r>
          </a:p>
          <a:p>
            <a:pPr lvl="0"/>
            <a:r>
              <a:rPr lang="en-US"/>
              <a:t>yearBorn = 1870</a:t>
            </a:r>
          </a:p>
          <a:p>
            <a:pPr lvl="0"/>
            <a:r>
              <a:rPr lang="en-US"/>
              <a:t>id = I312</a:t>
            </a:r>
          </a:p>
          <a:p>
            <a:pPr lvl="0"/>
            <a:r>
              <a:rPr lang="en-US"/>
              <a:t>source = Royal 92 GEDCOM file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</p:notes>
</file>

<file path=ppt/notesSlides/notesSlide41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born = 1876-05-12</a:t>
            </a:r>
          </a:p>
          <a:p>
            <a:pPr lvl="0"/>
            <a:r>
              <a:rPr lang="en-US"/>
              <a:t>sex = male</a:t>
            </a:r>
          </a:p>
          <a:p>
            <a:pPr lvl="0"/>
            <a:r>
              <a:rPr lang="en-US"/>
              <a:t>nobleTitle = Princess</a:t>
            </a:r>
          </a:p>
          <a:p>
            <a:pPr lvl="0"/>
            <a:r>
              <a:rPr lang="en-US"/>
              <a:t>childOf = F32</a:t>
            </a:r>
          </a:p>
          <a:p>
            <a:pPr lvl="0"/>
            <a:r>
              <a:rPr lang="en-US"/>
              <a:t>yearBorn = 1876</a:t>
            </a:r>
          </a:p>
          <a:p>
            <a:pPr lvl="0"/>
            <a:r>
              <a:rPr lang="en-US"/>
              <a:t>died = 1876-05-20</a:t>
            </a:r>
          </a:p>
          <a:p>
            <a:pPr lvl="0"/>
            <a:r>
              <a:rPr lang="en-US"/>
              <a:t>source = Royal 92 GEDCOM file</a:t>
            </a:r>
          </a:p>
          <a:p>
            <a:pPr lvl="0"/>
            <a:r>
              <a:rPr lang="en-US"/>
              <a:t>yearDied = 1876</a:t>
            </a:r>
          </a:p>
          <a:p>
            <a:pPr lvl="0"/>
            <a:r>
              <a:rPr lang="en-US"/>
              <a:t>isA = Person</a:t>
            </a:r>
          </a:p>
          <a:p>
            <a:pPr lvl="0"/>
            <a:r>
              <a:rPr lang="en-US"/>
              <a:t>monthBorn = 5</a:t>
            </a:r>
          </a:p>
          <a:p>
            <a:pPr lvl="0"/>
            <a:r>
              <a:rPr lang="en-US"/>
              <a:t>name = Frederick Harold</a:t>
            </a:r>
          </a:p>
          <a:p>
            <a:pPr lvl="0"/>
            <a:r>
              <a:rPr lang="en-US"/>
              <a:t>id = I313</a:t>
            </a:r>
          </a:p>
          <a:p>
            <a:pPr lvl="0"/>
            <a:r>
              <a:rPr lang="en-US"/>
              <a:t>monthDied = 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</p:notes>
</file>

<file path=ppt/notesSlides/notesSlide42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born = 1882-01-15</a:t>
            </a:r>
          </a:p>
          <a:p>
            <a:pPr lvl="0"/>
            <a:r>
              <a:rPr lang="en-US"/>
              <a:t>sex = female</a:t>
            </a:r>
          </a:p>
          <a:p>
            <a:pPr lvl="0"/>
            <a:r>
              <a:rPr lang="en-US"/>
              <a:t>nobleTitle = Crown Princess</a:t>
            </a:r>
          </a:p>
          <a:p>
            <a:pPr lvl="0"/>
            <a:r>
              <a:rPr lang="en-US"/>
              <a:t>childOf = F34</a:t>
            </a:r>
          </a:p>
          <a:p>
            <a:pPr lvl="0"/>
            <a:r>
              <a:rPr lang="en-US"/>
              <a:t>yearBorn = 1882</a:t>
            </a:r>
          </a:p>
          <a:p>
            <a:pPr lvl="0"/>
            <a:r>
              <a:rPr lang="en-US"/>
              <a:t>parentOf = F35</a:t>
            </a:r>
          </a:p>
          <a:p>
            <a:pPr lvl="0"/>
            <a:r>
              <a:rPr lang="en-US"/>
              <a:t>died = 1920-05-01</a:t>
            </a:r>
          </a:p>
          <a:p>
            <a:pPr lvl="0"/>
            <a:r>
              <a:rPr lang="en-US"/>
              <a:t>source = Royal 92 GEDCOM file</a:t>
            </a:r>
          </a:p>
          <a:p>
            <a:pPr lvl="0"/>
            <a:r>
              <a:rPr lang="en-US"/>
              <a:t>diedAt = Stockholm,Sweden</a:t>
            </a:r>
          </a:p>
          <a:p>
            <a:pPr lvl="0"/>
            <a:r>
              <a:rPr lang="en-US"/>
              <a:t>birthPlace = Bagshot Park</a:t>
            </a:r>
          </a:p>
          <a:p>
            <a:pPr lvl="0"/>
            <a:r>
              <a:rPr lang="en-US"/>
              <a:t>yearDied = 1920</a:t>
            </a:r>
          </a:p>
          <a:p>
            <a:pPr lvl="0"/>
            <a:r>
              <a:rPr lang="en-US"/>
              <a:t>isA = Person</a:t>
            </a:r>
          </a:p>
          <a:p>
            <a:pPr lvl="0"/>
            <a:r>
              <a:rPr lang="en-US"/>
              <a:t>monthBorn = 1</a:t>
            </a:r>
          </a:p>
          <a:p>
            <a:pPr lvl="0"/>
            <a:r>
              <a:rPr lang="en-US"/>
              <a:t>name = Margaret of_Sweden</a:t>
            </a:r>
          </a:p>
          <a:p>
            <a:pPr lvl="0"/>
            <a:r>
              <a:rPr lang="en-US"/>
              <a:t>id = I121</a:t>
            </a:r>
          </a:p>
          <a:p>
            <a:pPr lvl="0"/>
            <a:r>
              <a:rPr lang="en-US"/>
              <a:t>monthDied = 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</p:notes>
</file>

<file path=ppt/notesSlides/notesSlide43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yearDied = 1938</a:t>
            </a:r>
          </a:p>
          <a:p>
            <a:pPr lvl="0"/>
            <a:r>
              <a:rPr lang="en-US"/>
              <a:t>isA = Person</a:t>
            </a:r>
          </a:p>
          <a:p>
            <a:pPr lvl="0"/>
            <a:r>
              <a:rPr lang="en-US"/>
              <a:t>sex = male</a:t>
            </a:r>
          </a:p>
          <a:p>
            <a:pPr lvl="0"/>
            <a:r>
              <a:rPr lang="en-US"/>
              <a:t>nobleTitle = Duke</a:t>
            </a:r>
          </a:p>
          <a:p>
            <a:pPr lvl="0"/>
            <a:r>
              <a:rPr lang="en-US"/>
              <a:t>name = Arthur of_Connaught</a:t>
            </a:r>
          </a:p>
          <a:p>
            <a:pPr lvl="0"/>
            <a:r>
              <a:rPr lang="en-US"/>
              <a:t>childOf = F34</a:t>
            </a:r>
          </a:p>
          <a:p>
            <a:pPr lvl="0"/>
            <a:r>
              <a:rPr lang="en-US"/>
              <a:t>yearBorn = 1883</a:t>
            </a:r>
          </a:p>
          <a:p>
            <a:pPr lvl="0"/>
            <a:r>
              <a:rPr lang="en-US"/>
              <a:t>parentOf = F36</a:t>
            </a:r>
          </a:p>
          <a:p>
            <a:pPr lvl="0"/>
            <a:r>
              <a:rPr lang="en-US"/>
              <a:t>id = I122</a:t>
            </a:r>
          </a:p>
          <a:p>
            <a:pPr lvl="0"/>
            <a:r>
              <a:rPr lang="en-US"/>
              <a:t>source = Royal 92 GEDCOM file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</p:notes>
</file>

<file path=ppt/notesSlides/notesSlide44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yearDied = 1974</a:t>
            </a:r>
          </a:p>
          <a:p>
            <a:pPr lvl="0"/>
            <a:r>
              <a:rPr lang="en-US"/>
              <a:t>isA = Person</a:t>
            </a:r>
          </a:p>
          <a:p>
            <a:pPr lvl="0"/>
            <a:r>
              <a:rPr lang="en-US"/>
              <a:t>sex = female</a:t>
            </a:r>
          </a:p>
          <a:p>
            <a:pPr lvl="0"/>
            <a:r>
              <a:rPr lang="en-US"/>
              <a:t>nobleTitle = Lady Ramsay</a:t>
            </a:r>
          </a:p>
          <a:p>
            <a:pPr lvl="0"/>
            <a:r>
              <a:rPr lang="en-US"/>
              <a:t>name = Patricia</a:t>
            </a:r>
          </a:p>
          <a:p>
            <a:pPr lvl="0"/>
            <a:r>
              <a:rPr lang="en-US"/>
              <a:t>childOf = F34</a:t>
            </a:r>
          </a:p>
          <a:p>
            <a:pPr lvl="0"/>
            <a:r>
              <a:rPr lang="en-US"/>
              <a:t>yearBorn = 1886</a:t>
            </a:r>
          </a:p>
          <a:p>
            <a:pPr lvl="0"/>
            <a:r>
              <a:rPr lang="en-US"/>
              <a:t>parentOf = F37</a:t>
            </a:r>
          </a:p>
          <a:p>
            <a:pPr lvl="0"/>
            <a:r>
              <a:rPr lang="en-US"/>
              <a:t>id = I123</a:t>
            </a:r>
          </a:p>
          <a:p>
            <a:pPr lvl="0"/>
            <a:r>
              <a:rPr lang="en-US"/>
              <a:t>source = Royal 92 GEDCOM file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</p:notes>
</file>

<file path=ppt/notesSlides/notesSlide45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yearDied = 1981</a:t>
            </a:r>
          </a:p>
          <a:p>
            <a:pPr lvl="0"/>
            <a:r>
              <a:rPr lang="en-US"/>
              <a:t>isA = Person</a:t>
            </a:r>
          </a:p>
          <a:p>
            <a:pPr lvl="0"/>
            <a:r>
              <a:rPr lang="en-US"/>
              <a:t>sex = female</a:t>
            </a:r>
          </a:p>
          <a:p>
            <a:pPr lvl="0"/>
            <a:r>
              <a:rPr lang="en-US"/>
              <a:t>nobleTitle = Princess</a:t>
            </a:r>
          </a:p>
          <a:p>
            <a:pPr lvl="0"/>
            <a:r>
              <a:rPr lang="en-US"/>
              <a:t>name = Alice of_Athlone</a:t>
            </a:r>
          </a:p>
          <a:p>
            <a:pPr lvl="0"/>
            <a:r>
              <a:rPr lang="en-US"/>
              <a:t>childOf = F5</a:t>
            </a:r>
          </a:p>
          <a:p>
            <a:pPr lvl="0"/>
            <a:r>
              <a:rPr lang="en-US"/>
              <a:t>yearBorn = 1883</a:t>
            </a:r>
          </a:p>
          <a:p>
            <a:pPr lvl="0"/>
            <a:r>
              <a:rPr lang="en-US"/>
              <a:t>parentOf = F38</a:t>
            </a:r>
          </a:p>
          <a:p>
            <a:pPr lvl="0"/>
            <a:r>
              <a:rPr lang="en-US"/>
              <a:t>id = I24</a:t>
            </a:r>
          </a:p>
          <a:p>
            <a:pPr lvl="0"/>
            <a:r>
              <a:rPr lang="en-US"/>
              <a:t>monthDied = 1</a:t>
            </a:r>
          </a:p>
          <a:p>
            <a:pPr lvl="0"/>
            <a:r>
              <a:rPr lang="en-US"/>
              <a:t>source = Royal 92 GEDCOM file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</p:notes>
</file>

<file path=ppt/notesSlides/notesSlide46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yearDied = 1954</a:t>
            </a:r>
          </a:p>
          <a:p>
            <a:pPr lvl="0"/>
            <a:r>
              <a:rPr lang="en-US"/>
              <a:t>isA = Person</a:t>
            </a:r>
          </a:p>
          <a:p>
            <a:pPr lvl="0"/>
            <a:r>
              <a:rPr lang="en-US"/>
              <a:t>sex = male</a:t>
            </a:r>
          </a:p>
          <a:p>
            <a:pPr lvl="0"/>
            <a:r>
              <a:rPr lang="en-US"/>
              <a:t>nobleTitle = Duke</a:t>
            </a:r>
          </a:p>
          <a:p>
            <a:pPr lvl="0"/>
            <a:r>
              <a:rPr lang="en-US"/>
              <a:t>name = Charles Edward</a:t>
            </a:r>
          </a:p>
          <a:p>
            <a:pPr lvl="0"/>
            <a:r>
              <a:rPr lang="en-US"/>
              <a:t>childOf = F5</a:t>
            </a:r>
          </a:p>
          <a:p>
            <a:pPr lvl="0"/>
            <a:r>
              <a:rPr lang="en-US"/>
              <a:t>yearBorn = 1884</a:t>
            </a:r>
          </a:p>
          <a:p>
            <a:pPr lvl="0"/>
            <a:r>
              <a:rPr lang="en-US"/>
              <a:t>parentOf = F141</a:t>
            </a:r>
          </a:p>
          <a:p>
            <a:pPr lvl="0"/>
            <a:r>
              <a:rPr lang="en-US"/>
              <a:t>id = I129</a:t>
            </a:r>
          </a:p>
          <a:p>
            <a:pPr lvl="0"/>
            <a:r>
              <a:rPr lang="en-US"/>
              <a:t>source = Royal 92 GEDCOM file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</p:notes>
</file>

<file path=ppt/notesSlides/notesSlide47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sex = male</a:t>
            </a:r>
          </a:p>
          <a:p>
            <a:pPr lvl="0"/>
            <a:r>
              <a:rPr lang="en-US"/>
              <a:t>nobleTitle = Marquess</a:t>
            </a:r>
          </a:p>
          <a:p>
            <a:pPr lvl="0"/>
            <a:r>
              <a:rPr lang="en-US"/>
              <a:t>childOf = F6</a:t>
            </a:r>
          </a:p>
          <a:p>
            <a:pPr lvl="0"/>
            <a:r>
              <a:rPr lang="en-US"/>
              <a:t>yearBorn = 1886</a:t>
            </a:r>
          </a:p>
          <a:p>
            <a:pPr lvl="0"/>
            <a:r>
              <a:rPr lang="en-US"/>
              <a:t>parentOf = F142</a:t>
            </a:r>
          </a:p>
          <a:p>
            <a:pPr lvl="0"/>
            <a:r>
              <a:rPr lang="en-US"/>
              <a:t>died = 1960-02-23</a:t>
            </a:r>
          </a:p>
          <a:p>
            <a:pPr lvl="0"/>
            <a:r>
              <a:rPr lang="en-US"/>
              <a:t>source = Royal 92 GEDCOM file</a:t>
            </a:r>
          </a:p>
          <a:p>
            <a:pPr lvl="0"/>
            <a:r>
              <a:rPr lang="en-US"/>
              <a:t>diedAt = Whippingham Ch.,Isle of Wight,England</a:t>
            </a:r>
          </a:p>
          <a:p>
            <a:pPr lvl="0"/>
            <a:r>
              <a:rPr lang="en-US"/>
              <a:t>yearDied = 1960</a:t>
            </a:r>
          </a:p>
          <a:p>
            <a:pPr lvl="0"/>
            <a:r>
              <a:rPr lang="en-US"/>
              <a:t>isA = Person</a:t>
            </a:r>
          </a:p>
          <a:p>
            <a:pPr lvl="0"/>
            <a:r>
              <a:rPr lang="en-US"/>
              <a:t>name = Alexander of_Carisbrooke</a:t>
            </a:r>
          </a:p>
          <a:p>
            <a:pPr lvl="0"/>
            <a:r>
              <a:rPr lang="en-US"/>
              <a:t>id = I26</a:t>
            </a:r>
          </a:p>
          <a:p>
            <a:pPr lvl="0"/>
            <a:r>
              <a:rPr lang="en-US"/>
              <a:t>monthDied = 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</p:notes>
</file>

<file path=ppt/notesSlides/notesSlide48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yearDied = 1969</a:t>
            </a:r>
          </a:p>
          <a:p>
            <a:pPr lvl="0"/>
            <a:r>
              <a:rPr lang="en-US"/>
              <a:t>isA = Person</a:t>
            </a:r>
          </a:p>
          <a:p>
            <a:pPr lvl="0"/>
            <a:r>
              <a:rPr lang="en-US"/>
              <a:t>sex = female</a:t>
            </a:r>
          </a:p>
          <a:p>
            <a:pPr lvl="0"/>
            <a:r>
              <a:rPr lang="en-US"/>
              <a:t>nobleTitle = Queen of Spain</a:t>
            </a:r>
          </a:p>
          <a:p>
            <a:pPr lvl="0"/>
            <a:r>
              <a:rPr lang="en-US"/>
              <a:t>name = Victoria Eugenie 'Ena'</a:t>
            </a:r>
          </a:p>
          <a:p>
            <a:pPr lvl="0"/>
            <a:r>
              <a:rPr lang="en-US"/>
              <a:t>childOf = F6</a:t>
            </a:r>
          </a:p>
          <a:p>
            <a:pPr lvl="0"/>
            <a:r>
              <a:rPr lang="en-US"/>
              <a:t>yearBorn = 1887</a:t>
            </a:r>
          </a:p>
          <a:p>
            <a:pPr lvl="0"/>
            <a:r>
              <a:rPr lang="en-US"/>
              <a:t>parentOf = F143</a:t>
            </a:r>
          </a:p>
          <a:p>
            <a:pPr lvl="0"/>
            <a:r>
              <a:rPr lang="en-US"/>
              <a:t>id = I27</a:t>
            </a:r>
          </a:p>
          <a:p>
            <a:pPr lvl="0"/>
            <a:r>
              <a:rPr lang="en-US"/>
              <a:t>source = Royal 92 GEDCOM file</a:t>
            </a:r>
          </a:p>
          <a:p>
            <a:pPr lvl="0"/>
            <a:r>
              <a:rPr lang="en-US"/>
              <a:t>diedAt = Lausanne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</p:notes>
</file>

<file path=ppt/notesSlides/notesSlide49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yearDied = 1922</a:t>
            </a:r>
          </a:p>
          <a:p>
            <a:pPr lvl="0"/>
            <a:r>
              <a:rPr lang="en-US"/>
              <a:t>isA = Person</a:t>
            </a:r>
          </a:p>
          <a:p>
            <a:pPr lvl="0"/>
            <a:r>
              <a:rPr lang="en-US"/>
              <a:t>sex = male</a:t>
            </a:r>
          </a:p>
          <a:p>
            <a:pPr lvl="0"/>
            <a:r>
              <a:rPr lang="en-US"/>
              <a:t>nobleTitle = Queen of Spain</a:t>
            </a:r>
          </a:p>
          <a:p>
            <a:pPr lvl="0"/>
            <a:r>
              <a:rPr lang="en-US"/>
              <a:t>name = Leopold</a:t>
            </a:r>
          </a:p>
          <a:p>
            <a:pPr lvl="0"/>
            <a:r>
              <a:rPr lang="en-US"/>
              <a:t>childOf = F6</a:t>
            </a:r>
          </a:p>
          <a:p>
            <a:pPr lvl="0"/>
            <a:r>
              <a:rPr lang="en-US"/>
              <a:t>yearBorn = 1889</a:t>
            </a:r>
          </a:p>
          <a:p>
            <a:pPr lvl="0"/>
            <a:r>
              <a:rPr lang="en-US"/>
              <a:t>id = I28</a:t>
            </a:r>
          </a:p>
          <a:p>
            <a:pPr lvl="0"/>
            <a:r>
              <a:rPr lang="en-US"/>
              <a:t>source = Royal 92 GEDCOM file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</p:notes>
</file>

<file path=ppt/notesSlides/notesSlide50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yearDied = 1914</a:t>
            </a:r>
          </a:p>
          <a:p>
            <a:pPr lvl="0"/>
            <a:r>
              <a:rPr lang="en-US"/>
              <a:t>isA = Person</a:t>
            </a:r>
          </a:p>
          <a:p>
            <a:pPr lvl="0"/>
            <a:r>
              <a:rPr lang="en-US"/>
              <a:t>sex = male</a:t>
            </a:r>
          </a:p>
          <a:p>
            <a:pPr lvl="0"/>
            <a:r>
              <a:rPr lang="en-US"/>
              <a:t>nobleTitle = Prince</a:t>
            </a:r>
          </a:p>
          <a:p>
            <a:pPr lvl="0"/>
            <a:r>
              <a:rPr lang="en-US"/>
              <a:t>name = Maurice</a:t>
            </a:r>
          </a:p>
          <a:p>
            <a:pPr lvl="0"/>
            <a:r>
              <a:rPr lang="en-US"/>
              <a:t>childOf = F6</a:t>
            </a:r>
          </a:p>
          <a:p>
            <a:pPr lvl="0"/>
            <a:r>
              <a:rPr lang="en-US"/>
              <a:t>yearBorn = 1891</a:t>
            </a:r>
          </a:p>
          <a:p>
            <a:pPr lvl="0"/>
            <a:r>
              <a:rPr lang="en-US"/>
              <a:t>id = I29</a:t>
            </a:r>
          </a:p>
          <a:p>
            <a:pPr lvl="0"/>
            <a:r>
              <a:rPr lang="en-US"/>
              <a:t>source = Royal 92 GEDCOM file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</p:note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http://royal-family.bitplan.com/index.php/Victoria_Hanover" TargetMode="External" Type="http://schemas.openxmlformats.org/officeDocument/2006/relationships/hyperlink"/><Relationship Id="rId3" Target="../notesSlides/notesSlide1.xml" Type="http://schemas.openxmlformats.org/officeDocument/2006/relationships/notesSlide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http://royal-family.bitplan.com/index.php/Victoria_Adelaide_Mary" TargetMode="External" Type="http://schemas.openxmlformats.org/officeDocument/2006/relationships/hyperlink"/><Relationship Id="rId3" Target="../notesSlides/notesSlide2.xml" Type="http://schemas.openxmlformats.org/officeDocument/2006/relationships/notesSlide"/></Relationships>
</file>

<file path=ppt/slides/_rels/slide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http://royal-family.bitplan.com/index.php/Edward_VII_Wettin" TargetMode="External" Type="http://schemas.openxmlformats.org/officeDocument/2006/relationships/hyperlink"/><Relationship Id="rId3" Target="../notesSlides/notesSlide3.xml" Type="http://schemas.openxmlformats.org/officeDocument/2006/relationships/notesSlide"/></Relationships>
</file>

<file path=ppt/slides/_rels/slide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http://royal-family.bitplan.com/index.php/Alice_Maud_Mary" TargetMode="External" Type="http://schemas.openxmlformats.org/officeDocument/2006/relationships/hyperlink"/><Relationship Id="rId3" Target="../notesSlides/notesSlide4.xml" Type="http://schemas.openxmlformats.org/officeDocument/2006/relationships/notesSlide"/></Relationships>
</file>

<file path=ppt/slides/_rels/slide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http://royal-family.bitplan.com/index.php/Alfred_Ernest_Albert" TargetMode="External" Type="http://schemas.openxmlformats.org/officeDocument/2006/relationships/hyperlink"/><Relationship Id="rId3" Target="../notesSlides/notesSlide5.xml" Type="http://schemas.openxmlformats.org/officeDocument/2006/relationships/notesSlide"/></Relationships>
</file>

<file path=ppt/slides/_rels/slide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http://royal-family.bitplan.com/index.php/Helena_Augusta_Victoria" TargetMode="External" Type="http://schemas.openxmlformats.org/officeDocument/2006/relationships/hyperlink"/><Relationship Id="rId3" Target="../notesSlides/notesSlide6.xml" Type="http://schemas.openxmlformats.org/officeDocument/2006/relationships/notesSlide"/></Relationships>
</file>

<file path=ppt/slides/_rels/slide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http://royal-family.bitplan.com/index.php/Louise_Caroline_Alberta" TargetMode="External" Type="http://schemas.openxmlformats.org/officeDocument/2006/relationships/hyperlink"/><Relationship Id="rId3" Target="../notesSlides/notesSlide7.xml" Type="http://schemas.openxmlformats.org/officeDocument/2006/relationships/notesSlide"/></Relationships>
</file>

<file path=ppt/slides/_rels/slide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http://royal-family.bitplan.com/index.php/Arthur_William_Patrick" TargetMode="External" Type="http://schemas.openxmlformats.org/officeDocument/2006/relationships/hyperlink"/><Relationship Id="rId3" Target="../notesSlides/notesSlide8.xml" Type="http://schemas.openxmlformats.org/officeDocument/2006/relationships/notesSlide"/></Relationships>
</file>

<file path=ppt/slides/_rels/slide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http://royal-family.bitplan.com/index.php/Leopold_George_Duncan" TargetMode="External" Type="http://schemas.openxmlformats.org/officeDocument/2006/relationships/hyperlink"/><Relationship Id="rId3" Target="../notesSlides/notesSlide9.xml" Type="http://schemas.openxmlformats.org/officeDocument/2006/relationships/notesSlide"/></Relationships>
</file>

<file path=ppt/slides/_rels/slide1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http://royal-family.bitplan.com/index.php/Beatrice_Mary_Victoria" TargetMode="External" Type="http://schemas.openxmlformats.org/officeDocument/2006/relationships/hyperlink"/><Relationship Id="rId3" Target="../notesSlides/notesSlide10.xml" Type="http://schemas.openxmlformats.org/officeDocument/2006/relationships/notesSlide"/></Relationships>
</file>

<file path=ppt/slides/_rels/slide1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http://royal-family.bitplan.com/index.php/William_II" TargetMode="External" Type="http://schemas.openxmlformats.org/officeDocument/2006/relationships/hyperlink"/><Relationship Id="rId3" Target="../notesSlides/notesSlide11.xml" Type="http://schemas.openxmlformats.org/officeDocument/2006/relationships/notesSlide"/></Relationships>
</file>

<file path=ppt/slides/_rels/slide1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http://royal-family.bitplan.com/index.php/Henry_of_Prussia" TargetMode="External" Type="http://schemas.openxmlformats.org/officeDocument/2006/relationships/hyperlink"/><Relationship Id="rId3" Target="../notesSlides/notesSlide12.xml" Type="http://schemas.openxmlformats.org/officeDocument/2006/relationships/notesSlide"/></Relationships>
</file>

<file path=ppt/slides/_rels/slide1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http://royal-family.bitplan.com/index.php/Sigismund" TargetMode="External" Type="http://schemas.openxmlformats.org/officeDocument/2006/relationships/hyperlink"/><Relationship Id="rId3" Target="../notesSlides/notesSlide13.xml" Type="http://schemas.openxmlformats.org/officeDocument/2006/relationships/notesSlide"/></Relationships>
</file>

<file path=ppt/slides/_rels/slide1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http://royal-family.bitplan.com/index.php/Victoria" TargetMode="External" Type="http://schemas.openxmlformats.org/officeDocument/2006/relationships/hyperlink"/><Relationship Id="rId3" Target="../notesSlides/notesSlide14.xml" Type="http://schemas.openxmlformats.org/officeDocument/2006/relationships/notesSlide"/></Relationships>
</file>

<file path=ppt/slides/_rels/slide1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http://royal-family.bitplan.com/index.php/Waldemar" TargetMode="External" Type="http://schemas.openxmlformats.org/officeDocument/2006/relationships/hyperlink"/><Relationship Id="rId3" Target="../notesSlides/notesSlide15.xml" Type="http://schemas.openxmlformats.org/officeDocument/2006/relationships/notesSlide"/></Relationships>
</file>

<file path=ppt/slides/_rels/slide1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http://royal-family.bitplan.com/index.php/Sophie_of_Prussia" TargetMode="External" Type="http://schemas.openxmlformats.org/officeDocument/2006/relationships/hyperlink"/><Relationship Id="rId3" Target="../notesSlides/notesSlide16.xml" Type="http://schemas.openxmlformats.org/officeDocument/2006/relationships/notesSlide"/></Relationships>
</file>

<file path=ppt/slides/_rels/slide1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http://royal-family.bitplan.com/index.php/Charlotte_of_Saxe-_Meiningen" TargetMode="External" Type="http://schemas.openxmlformats.org/officeDocument/2006/relationships/hyperlink"/><Relationship Id="rId3" Target="../notesSlides/notesSlide17.xml" Type="http://schemas.openxmlformats.org/officeDocument/2006/relationships/notesSlide"/></Relationships>
</file>

<file path=ppt/slides/_rels/slide1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http://royal-family.bitplan.com/index.php/Margarete_of_Hesse" TargetMode="External" Type="http://schemas.openxmlformats.org/officeDocument/2006/relationships/hyperlink"/><Relationship Id="rId3" Target="../notesSlides/notesSlide18.xml" Type="http://schemas.openxmlformats.org/officeDocument/2006/relationships/notesSlide"/></Relationships>
</file>

<file path=ppt/slides/_rels/slide1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http://royal-family.bitplan.com/index.php/Albert_Victor_Christian" TargetMode="External" Type="http://schemas.openxmlformats.org/officeDocument/2006/relationships/hyperlink"/><Relationship Id="rId3" Target="../notesSlides/notesSlide19.xml" Type="http://schemas.openxmlformats.org/officeDocument/2006/relationships/notesSlide"/></Relationships>
</file>

<file path=ppt/slides/_rels/slide2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http://royal-family.bitplan.com/index.php/George_V_Windsor" TargetMode="External" Type="http://schemas.openxmlformats.org/officeDocument/2006/relationships/hyperlink"/><Relationship Id="rId3" Target="../notesSlides/notesSlide20.xml" Type="http://schemas.openxmlformats.org/officeDocument/2006/relationships/notesSlide"/></Relationships>
</file>

<file path=ppt/slides/_rels/slide2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http://royal-family.bitplan.com/index.php/Louise_Victoria_Alexandra" TargetMode="External" Type="http://schemas.openxmlformats.org/officeDocument/2006/relationships/hyperlink"/><Relationship Id="rId3" Target="../notesSlides/notesSlide21.xml" Type="http://schemas.openxmlformats.org/officeDocument/2006/relationships/notesSlide"/></Relationships>
</file>

<file path=ppt/slides/_rels/slide2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http://royal-family.bitplan.com/index.php/Victoria_Alexandra_Olga" TargetMode="External" Type="http://schemas.openxmlformats.org/officeDocument/2006/relationships/hyperlink"/><Relationship Id="rId3" Target="../notesSlides/notesSlide22.xml" Type="http://schemas.openxmlformats.org/officeDocument/2006/relationships/notesSlide"/></Relationships>
</file>

<file path=ppt/slides/_rels/slide2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http://royal-family.bitplan.com/index.php/Maude_Charlotte_Mary" TargetMode="External" Type="http://schemas.openxmlformats.org/officeDocument/2006/relationships/hyperlink"/><Relationship Id="rId3" Target="../notesSlides/notesSlide23.xml" Type="http://schemas.openxmlformats.org/officeDocument/2006/relationships/notesSlide"/></Relationships>
</file>

<file path=ppt/slides/_rels/slide2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http://royal-family.bitplan.com/index.php/John_Alexander" TargetMode="External" Type="http://schemas.openxmlformats.org/officeDocument/2006/relationships/hyperlink"/><Relationship Id="rId3" Target="../notesSlides/notesSlide24.xml" Type="http://schemas.openxmlformats.org/officeDocument/2006/relationships/notesSlide"/></Relationships>
</file>

<file path=ppt/slides/_rels/slide2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http://royal-family.bitplan.com/index.php/Victoria_Alberta_of_Hesse" TargetMode="External" Type="http://schemas.openxmlformats.org/officeDocument/2006/relationships/hyperlink"/><Relationship Id="rId3" Target="../notesSlides/notesSlide25.xml" Type="http://schemas.openxmlformats.org/officeDocument/2006/relationships/notesSlide"/></Relationships>
</file>

<file path=ppt/slides/_rels/slide2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http://royal-family.bitplan.com/index.php/Alexandra_Fedorovna_'Alix'" TargetMode="External" Type="http://schemas.openxmlformats.org/officeDocument/2006/relationships/hyperlink"/><Relationship Id="rId3" Target="../notesSlides/notesSlide26.xml" Type="http://schemas.openxmlformats.org/officeDocument/2006/relationships/notesSlide"/></Relationships>
</file>

<file path=ppt/slides/_rels/slide2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http://royal-family.bitplan.com/index.php/Irene_of_Hesse" TargetMode="External" Type="http://schemas.openxmlformats.org/officeDocument/2006/relationships/hyperlink"/><Relationship Id="rId3" Target="../notesSlides/notesSlide27.xml" Type="http://schemas.openxmlformats.org/officeDocument/2006/relationships/notesSlide"/></Relationships>
</file>

<file path=ppt/slides/_rels/slide2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http://royal-family.bitplan.com/index.php/Ernest_Louis_of_Hesse" TargetMode="External" Type="http://schemas.openxmlformats.org/officeDocument/2006/relationships/hyperlink"/><Relationship Id="rId3" Target="../notesSlides/notesSlide28.xml" Type="http://schemas.openxmlformats.org/officeDocument/2006/relationships/notesSlide"/></Relationships>
</file>

<file path=ppt/slides/_rels/slide2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http://royal-family.bitplan.com/index.php/Elizabeth_'Ella'" TargetMode="External" Type="http://schemas.openxmlformats.org/officeDocument/2006/relationships/hyperlink"/><Relationship Id="rId3" Target="../notesSlides/notesSlide29.xml" Type="http://schemas.openxmlformats.org/officeDocument/2006/relationships/notesSlide"/></Relationships>
</file>

<file path=ppt/slides/_rels/slide3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http://royal-family.bitplan.com/index.php/Mary_'May'" TargetMode="External" Type="http://schemas.openxmlformats.org/officeDocument/2006/relationships/hyperlink"/><Relationship Id="rId3" Target="../notesSlides/notesSlide30.xml" Type="http://schemas.openxmlformats.org/officeDocument/2006/relationships/notesSlide"/></Relationships>
</file>

<file path=ppt/slides/_rels/slide3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http://royal-family.bitplan.com/index.php/Frederick" TargetMode="External" Type="http://schemas.openxmlformats.org/officeDocument/2006/relationships/hyperlink"/><Relationship Id="rId3" Target="../notesSlides/notesSlide31.xml" Type="http://schemas.openxmlformats.org/officeDocument/2006/relationships/notesSlide"/></Relationships>
</file>

<file path=ppt/slides/_rels/slide3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http://royal-family.bitplan.com/index.php/Alfred" TargetMode="External" Type="http://schemas.openxmlformats.org/officeDocument/2006/relationships/hyperlink"/><Relationship Id="rId3" Target="../notesSlides/notesSlide32.xml" Type="http://schemas.openxmlformats.org/officeDocument/2006/relationships/notesSlide"/></Relationships>
</file>

<file path=ppt/slides/_rels/slide3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http://royal-family.bitplan.com/index.php/Marie_of_Saxe-Coburg_and_Gotha" TargetMode="External" Type="http://schemas.openxmlformats.org/officeDocument/2006/relationships/hyperlink"/><Relationship Id="rId3" Target="../notesSlides/notesSlide33.xml" Type="http://schemas.openxmlformats.org/officeDocument/2006/relationships/notesSlide"/></Relationships>
</file>

<file path=ppt/slides/_rels/slide3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http://royal-family.bitplan.com/index.php/Victoria_Melita_of_Edinburgh" TargetMode="External" Type="http://schemas.openxmlformats.org/officeDocument/2006/relationships/hyperlink"/><Relationship Id="rId3" Target="../notesSlides/notesSlide34.xml" Type="http://schemas.openxmlformats.org/officeDocument/2006/relationships/notesSlide"/></Relationships>
</file>

<file path=ppt/slides/_rels/slide3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http://royal-family.bitplan.com/index.php/Alexandra" TargetMode="External" Type="http://schemas.openxmlformats.org/officeDocument/2006/relationships/hyperlink"/><Relationship Id="rId3" Target="../notesSlides/notesSlide35.xml" Type="http://schemas.openxmlformats.org/officeDocument/2006/relationships/notesSlide"/></Relationships>
</file>

<file path=ppt/slides/_rels/slide3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http://royal-family.bitplan.com/index.php/Beatrice" TargetMode="External" Type="http://schemas.openxmlformats.org/officeDocument/2006/relationships/hyperlink"/><Relationship Id="rId3" Target="../notesSlides/notesSlide36.xml" Type="http://schemas.openxmlformats.org/officeDocument/2006/relationships/notesSlide"/></Relationships>
</file>

<file path=ppt/slides/_rels/slide3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http://royal-family.bitplan.com/index.php/Marie_Louise" TargetMode="External" Type="http://schemas.openxmlformats.org/officeDocument/2006/relationships/hyperlink"/><Relationship Id="rId3" Target="../notesSlides/notesSlide37.xml" Type="http://schemas.openxmlformats.org/officeDocument/2006/relationships/notesSlide"/></Relationships>
</file>

<file path=ppt/slides/_rels/slide3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http://royal-family.bitplan.com/index.php/Christian_Victor" TargetMode="External" Type="http://schemas.openxmlformats.org/officeDocument/2006/relationships/hyperlink"/><Relationship Id="rId3" Target="../notesSlides/notesSlide38.xml" Type="http://schemas.openxmlformats.org/officeDocument/2006/relationships/notesSlide"/></Relationships>
</file>

<file path=ppt/slides/_rels/slide3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http://royal-family.bitplan.com/index.php/Albert_of_Schleswig-_Holstein" TargetMode="External" Type="http://schemas.openxmlformats.org/officeDocument/2006/relationships/hyperlink"/><Relationship Id="rId3" Target="../notesSlides/notesSlide39.xml" Type="http://schemas.openxmlformats.org/officeDocument/2006/relationships/notesSlide"/></Relationships>
</file>

<file path=ppt/slides/_rels/slide4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http://royal-family.bitplan.com/index.php/Helena_Victoria" TargetMode="External" Type="http://schemas.openxmlformats.org/officeDocument/2006/relationships/hyperlink"/><Relationship Id="rId3" Target="../notesSlides/notesSlide40.xml" Type="http://schemas.openxmlformats.org/officeDocument/2006/relationships/notesSlide"/></Relationships>
</file>

<file path=ppt/slides/_rels/slide4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http://royal-family.bitplan.com/index.php/Frederick_Harold" TargetMode="External" Type="http://schemas.openxmlformats.org/officeDocument/2006/relationships/hyperlink"/><Relationship Id="rId3" Target="../notesSlides/notesSlide41.xml" Type="http://schemas.openxmlformats.org/officeDocument/2006/relationships/notesSlide"/></Relationships>
</file>

<file path=ppt/slides/_rels/slide4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http://royal-family.bitplan.com/index.php/Margaret_of_Sweden" TargetMode="External" Type="http://schemas.openxmlformats.org/officeDocument/2006/relationships/hyperlink"/><Relationship Id="rId3" Target="../notesSlides/notesSlide42.xml" Type="http://schemas.openxmlformats.org/officeDocument/2006/relationships/notesSlide"/></Relationships>
</file>

<file path=ppt/slides/_rels/slide4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http://royal-family.bitplan.com/index.php/Arthur_of_Connaught" TargetMode="External" Type="http://schemas.openxmlformats.org/officeDocument/2006/relationships/hyperlink"/><Relationship Id="rId3" Target="../notesSlides/notesSlide43.xml" Type="http://schemas.openxmlformats.org/officeDocument/2006/relationships/notesSlide"/></Relationships>
</file>

<file path=ppt/slides/_rels/slide4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http://royal-family.bitplan.com/index.php/Patricia" TargetMode="External" Type="http://schemas.openxmlformats.org/officeDocument/2006/relationships/hyperlink"/><Relationship Id="rId3" Target="../notesSlides/notesSlide44.xml" Type="http://schemas.openxmlformats.org/officeDocument/2006/relationships/notesSlide"/></Relationships>
</file>

<file path=ppt/slides/_rels/slide4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http://royal-family.bitplan.com/index.php/Alice_of_Athlone" TargetMode="External" Type="http://schemas.openxmlformats.org/officeDocument/2006/relationships/hyperlink"/><Relationship Id="rId3" Target="../notesSlides/notesSlide45.xml" Type="http://schemas.openxmlformats.org/officeDocument/2006/relationships/notesSlide"/></Relationships>
</file>

<file path=ppt/slides/_rels/slide4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http://royal-family.bitplan.com/index.php/Charles_Edward" TargetMode="External" Type="http://schemas.openxmlformats.org/officeDocument/2006/relationships/hyperlink"/><Relationship Id="rId3" Target="../notesSlides/notesSlide46.xml" Type="http://schemas.openxmlformats.org/officeDocument/2006/relationships/notesSlide"/></Relationships>
</file>

<file path=ppt/slides/_rels/slide4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http://royal-family.bitplan.com/index.php/Alexander_of_Carisbrooke" TargetMode="External" Type="http://schemas.openxmlformats.org/officeDocument/2006/relationships/hyperlink"/><Relationship Id="rId3" Target="../notesSlides/notesSlide47.xml" Type="http://schemas.openxmlformats.org/officeDocument/2006/relationships/notesSlide"/></Relationships>
</file>

<file path=ppt/slides/_rels/slide4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http://royal-family.bitplan.com/index.php/Victoria_Eugenie_'Ena'" TargetMode="External" Type="http://schemas.openxmlformats.org/officeDocument/2006/relationships/hyperlink"/><Relationship Id="rId3" Target="../notesSlides/notesSlide48.xml" Type="http://schemas.openxmlformats.org/officeDocument/2006/relationships/notesSlide"/></Relationships>
</file>

<file path=ppt/slides/_rels/slide4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http://royal-family.bitplan.com/index.php/Leopold" TargetMode="External" Type="http://schemas.openxmlformats.org/officeDocument/2006/relationships/hyperlink"/><Relationship Id="rId3" Target="../notesSlides/notesSlide49.xml" Type="http://schemas.openxmlformats.org/officeDocument/2006/relationships/notesSlide"/></Relationships>
</file>

<file path=ppt/slides/_rels/slide5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http://royal-family.bitplan.com/index.php/Maurice" TargetMode="External" Type="http://schemas.openxmlformats.org/officeDocument/2006/relationships/hyperlink"/><Relationship Id="rId3" Target="../notesSlides/notesSlide50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2984500" y="2540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link: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4445000" y="2540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  <a:hlinkClick r:id="rId2" tooltip="http://royal-family.bitplan.com/index.php/Victoria_Hanover"/>
              </a:rPr>
              <a:t>Victoria Hanover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2984500" y="5588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name:</a:t>
            </a:r>
          </a:p>
        </p:txBody>
      </p:sp>
      <p:sp>
        <p:nvSpPr>
          <p:cNvPr name="TextBox 5" id="5"/>
          <p:cNvSpPr txBox="true"/>
          <p:nvPr/>
        </p:nvSpPr>
        <p:spPr>
          <a:xfrm>
            <a:off x="4445000" y="5588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Victoria Hanover</a:t>
            </a:r>
          </a:p>
        </p:txBody>
      </p:sp>
      <p:sp>
        <p:nvSpPr>
          <p:cNvPr name="TextBox 6" id="6"/>
          <p:cNvSpPr txBox="true"/>
          <p:nvPr/>
        </p:nvSpPr>
        <p:spPr>
          <a:xfrm>
            <a:off x="2984500" y="8636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nobleTitle:</a:t>
            </a:r>
          </a:p>
        </p:txBody>
      </p:sp>
      <p:sp>
        <p:nvSpPr>
          <p:cNvPr name="TextBox 7" id="7"/>
          <p:cNvSpPr txBox="true"/>
          <p:nvPr/>
        </p:nvSpPr>
        <p:spPr>
          <a:xfrm>
            <a:off x="4445000" y="8636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Queen of England</a:t>
            </a:r>
          </a:p>
        </p:txBody>
      </p:sp>
      <p:sp>
        <p:nvSpPr>
          <p:cNvPr name="TextBox 8" id="8"/>
          <p:cNvSpPr txBox="true"/>
          <p:nvPr/>
        </p:nvSpPr>
        <p:spPr>
          <a:xfrm>
            <a:off x="2984500" y="11684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sex:</a:t>
            </a:r>
          </a:p>
        </p:txBody>
      </p:sp>
      <p:sp>
        <p:nvSpPr>
          <p:cNvPr name="TextBox 9" id="9"/>
          <p:cNvSpPr txBox="true"/>
          <p:nvPr/>
        </p:nvSpPr>
        <p:spPr>
          <a:xfrm>
            <a:off x="4445000" y="11684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female</a:t>
            </a:r>
          </a:p>
        </p:txBody>
      </p:sp>
      <p:sp>
        <p:nvSpPr>
          <p:cNvPr name="TextBox 10" id="10"/>
          <p:cNvSpPr txBox="true"/>
          <p:nvPr/>
        </p:nvSpPr>
        <p:spPr>
          <a:xfrm>
            <a:off x="2984500" y="14732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yearBorn:</a:t>
            </a:r>
          </a:p>
        </p:txBody>
      </p:sp>
      <p:sp>
        <p:nvSpPr>
          <p:cNvPr name="TextBox 11" id="11"/>
          <p:cNvSpPr txBox="true"/>
          <p:nvPr/>
        </p:nvSpPr>
        <p:spPr>
          <a:xfrm>
            <a:off x="4445000" y="14732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1819</a:t>
            </a:r>
          </a:p>
        </p:txBody>
      </p:sp>
      <p:sp>
        <p:nvSpPr>
          <p:cNvPr name="TextBox 12" id="12"/>
          <p:cNvSpPr txBox="true"/>
          <p:nvPr/>
        </p:nvSpPr>
        <p:spPr>
          <a:xfrm>
            <a:off x="2984500" y="17780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birthPlace:</a:t>
            </a:r>
          </a:p>
        </p:txBody>
      </p:sp>
      <p:sp>
        <p:nvSpPr>
          <p:cNvPr name="TextBox 13" id="13"/>
          <p:cNvSpPr txBox="true"/>
          <p:nvPr/>
        </p:nvSpPr>
        <p:spPr>
          <a:xfrm>
            <a:off x="4445000" y="17780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Kensington,Palace,London,England</a:t>
            </a:r>
          </a:p>
        </p:txBody>
      </p:sp>
      <p:sp>
        <p:nvSpPr>
          <p:cNvPr name="TextBox 14" id="14"/>
          <p:cNvSpPr txBox="true"/>
          <p:nvPr/>
        </p:nvSpPr>
        <p:spPr>
          <a:xfrm>
            <a:off x="2984500" y="20828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yearDied:</a:t>
            </a:r>
          </a:p>
        </p:txBody>
      </p:sp>
      <p:sp>
        <p:nvSpPr>
          <p:cNvPr name="TextBox 15" id="15"/>
          <p:cNvSpPr txBox="true"/>
          <p:nvPr/>
        </p:nvSpPr>
        <p:spPr>
          <a:xfrm>
            <a:off x="4445000" y="20828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1901</a:t>
            </a:r>
          </a:p>
        </p:txBody>
      </p:sp>
      <p:sp>
        <p:nvSpPr>
          <p:cNvPr name="TextBox 16" id="16"/>
          <p:cNvSpPr txBox="true"/>
          <p:nvPr/>
        </p:nvSpPr>
        <p:spPr>
          <a:xfrm>
            <a:off x="2984500" y="23876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diedAt:</a:t>
            </a:r>
          </a:p>
        </p:txBody>
      </p:sp>
      <p:sp>
        <p:nvSpPr>
          <p:cNvPr name="TextBox 17" id="17"/>
          <p:cNvSpPr txBox="true"/>
          <p:nvPr/>
        </p:nvSpPr>
        <p:spPr>
          <a:xfrm>
            <a:off x="4445000" y="23876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Royal Mausoleum,Frogmore,Berkshire,England</a:t>
            </a:r>
          </a:p>
        </p:txBody>
      </p:sp>
      <p:sp>
        <p:nvSpPr>
          <p:cNvPr name="TextBox 18" id="18"/>
          <p:cNvSpPr txBox="true"/>
          <p:nvPr/>
        </p:nvSpPr>
        <p:spPr>
          <a:xfrm>
            <a:off x="2984500" y="26924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source:</a:t>
            </a:r>
          </a:p>
        </p:txBody>
      </p:sp>
      <p:sp>
        <p:nvSpPr>
          <p:cNvPr name="TextBox 19" id="19"/>
          <p:cNvSpPr txBox="true"/>
          <p:nvPr/>
        </p:nvSpPr>
        <p:spPr>
          <a:xfrm>
            <a:off x="4445000" y="26924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Royal 92 GEDCOM file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2984500" y="2540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link: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4445000" y="2540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  <a:hlinkClick r:id="rId2" tooltip="http://royal-family.bitplan.com/index.php/Victoria_Adelaide_Mary"/>
              </a:rPr>
              <a:t>Victoria Adelaide Mary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2984500" y="5588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name:</a:t>
            </a:r>
          </a:p>
        </p:txBody>
      </p:sp>
      <p:sp>
        <p:nvSpPr>
          <p:cNvPr name="TextBox 5" id="5"/>
          <p:cNvSpPr txBox="true"/>
          <p:nvPr/>
        </p:nvSpPr>
        <p:spPr>
          <a:xfrm>
            <a:off x="4445000" y="5588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Victoria Adelaide Mary</a:t>
            </a:r>
          </a:p>
        </p:txBody>
      </p:sp>
      <p:sp>
        <p:nvSpPr>
          <p:cNvPr name="TextBox 6" id="6"/>
          <p:cNvSpPr txBox="true"/>
          <p:nvPr/>
        </p:nvSpPr>
        <p:spPr>
          <a:xfrm>
            <a:off x="2984500" y="8636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nobleTitle:</a:t>
            </a:r>
          </a:p>
        </p:txBody>
      </p:sp>
      <p:sp>
        <p:nvSpPr>
          <p:cNvPr name="TextBox 7" id="7"/>
          <p:cNvSpPr txBox="true"/>
          <p:nvPr/>
        </p:nvSpPr>
        <p:spPr>
          <a:xfrm>
            <a:off x="4445000" y="8636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Princess Royal</a:t>
            </a:r>
          </a:p>
        </p:txBody>
      </p:sp>
      <p:sp>
        <p:nvSpPr>
          <p:cNvPr name="TextBox 8" id="8"/>
          <p:cNvSpPr txBox="true"/>
          <p:nvPr/>
        </p:nvSpPr>
        <p:spPr>
          <a:xfrm>
            <a:off x="2984500" y="11684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sex:</a:t>
            </a:r>
          </a:p>
        </p:txBody>
      </p:sp>
      <p:sp>
        <p:nvSpPr>
          <p:cNvPr name="TextBox 9" id="9"/>
          <p:cNvSpPr txBox="true"/>
          <p:nvPr/>
        </p:nvSpPr>
        <p:spPr>
          <a:xfrm>
            <a:off x="4445000" y="11684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female</a:t>
            </a:r>
          </a:p>
        </p:txBody>
      </p:sp>
      <p:sp>
        <p:nvSpPr>
          <p:cNvPr name="TextBox 10" id="10"/>
          <p:cNvSpPr txBox="true"/>
          <p:nvPr/>
        </p:nvSpPr>
        <p:spPr>
          <a:xfrm>
            <a:off x="2984500" y="14732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yearBorn:</a:t>
            </a:r>
          </a:p>
        </p:txBody>
      </p:sp>
      <p:sp>
        <p:nvSpPr>
          <p:cNvPr name="TextBox 11" id="11"/>
          <p:cNvSpPr txBox="true"/>
          <p:nvPr/>
        </p:nvSpPr>
        <p:spPr>
          <a:xfrm>
            <a:off x="4445000" y="14732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1841</a:t>
            </a:r>
          </a:p>
        </p:txBody>
      </p:sp>
      <p:sp>
        <p:nvSpPr>
          <p:cNvPr name="TextBox 12" id="12"/>
          <p:cNvSpPr txBox="true"/>
          <p:nvPr/>
        </p:nvSpPr>
        <p:spPr>
          <a:xfrm>
            <a:off x="2984500" y="17780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birthPlace:</a:t>
            </a:r>
          </a:p>
        </p:txBody>
      </p:sp>
      <p:sp>
        <p:nvSpPr>
          <p:cNvPr name="TextBox 13" id="13"/>
          <p:cNvSpPr txBox="true"/>
          <p:nvPr/>
        </p:nvSpPr>
        <p:spPr>
          <a:xfrm>
            <a:off x="4445000" y="17780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Throne Room,Buckingham Palac,England</a:t>
            </a:r>
          </a:p>
        </p:txBody>
      </p:sp>
      <p:sp>
        <p:nvSpPr>
          <p:cNvPr name="TextBox 14" id="14"/>
          <p:cNvSpPr txBox="true"/>
          <p:nvPr/>
        </p:nvSpPr>
        <p:spPr>
          <a:xfrm>
            <a:off x="2984500" y="20828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yearDied:</a:t>
            </a:r>
          </a:p>
        </p:txBody>
      </p:sp>
      <p:sp>
        <p:nvSpPr>
          <p:cNvPr name="TextBox 15" id="15"/>
          <p:cNvSpPr txBox="true"/>
          <p:nvPr/>
        </p:nvSpPr>
        <p:spPr>
          <a:xfrm>
            <a:off x="4445000" y="20828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1901</a:t>
            </a:r>
          </a:p>
        </p:txBody>
      </p:sp>
      <p:sp>
        <p:nvSpPr>
          <p:cNvPr name="TextBox 16" id="16"/>
          <p:cNvSpPr txBox="true"/>
          <p:nvPr/>
        </p:nvSpPr>
        <p:spPr>
          <a:xfrm>
            <a:off x="2984500" y="23876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diedAt:</a:t>
            </a:r>
          </a:p>
        </p:txBody>
      </p:sp>
      <p:sp>
        <p:nvSpPr>
          <p:cNvPr name="TextBox 17" id="17"/>
          <p:cNvSpPr txBox="true"/>
          <p:nvPr/>
        </p:nvSpPr>
        <p:spPr>
          <a:xfrm>
            <a:off x="4445000" y="23876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Friedenskirche,Potsdam</a:t>
            </a:r>
          </a:p>
        </p:txBody>
      </p:sp>
      <p:sp>
        <p:nvSpPr>
          <p:cNvPr name="TextBox 18" id="18"/>
          <p:cNvSpPr txBox="true"/>
          <p:nvPr/>
        </p:nvSpPr>
        <p:spPr>
          <a:xfrm>
            <a:off x="2984500" y="26924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source:</a:t>
            </a:r>
          </a:p>
        </p:txBody>
      </p:sp>
      <p:sp>
        <p:nvSpPr>
          <p:cNvPr name="TextBox 19" id="19"/>
          <p:cNvSpPr txBox="true"/>
          <p:nvPr/>
        </p:nvSpPr>
        <p:spPr>
          <a:xfrm>
            <a:off x="4445000" y="26924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Royal 92 GEDCOM file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2984500" y="2540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link: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4445000" y="2540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  <a:hlinkClick r:id="rId2" tooltip="http://royal-family.bitplan.com/index.php/Edward_VII_Wettin"/>
              </a:rPr>
              <a:t>Edward_VII Wettin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2984500" y="5588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name:</a:t>
            </a:r>
          </a:p>
        </p:txBody>
      </p:sp>
      <p:sp>
        <p:nvSpPr>
          <p:cNvPr name="TextBox 5" id="5"/>
          <p:cNvSpPr txBox="true"/>
          <p:nvPr/>
        </p:nvSpPr>
        <p:spPr>
          <a:xfrm>
            <a:off x="4445000" y="5588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Edward_VII Wettin</a:t>
            </a:r>
          </a:p>
        </p:txBody>
      </p:sp>
      <p:sp>
        <p:nvSpPr>
          <p:cNvPr name="TextBox 6" id="6"/>
          <p:cNvSpPr txBox="true"/>
          <p:nvPr/>
        </p:nvSpPr>
        <p:spPr>
          <a:xfrm>
            <a:off x="2984500" y="8636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nobleTitle:</a:t>
            </a:r>
          </a:p>
        </p:txBody>
      </p:sp>
      <p:sp>
        <p:nvSpPr>
          <p:cNvPr name="TextBox 7" id="7"/>
          <p:cNvSpPr txBox="true"/>
          <p:nvPr/>
        </p:nvSpPr>
        <p:spPr>
          <a:xfrm>
            <a:off x="4445000" y="8636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King of England</a:t>
            </a:r>
          </a:p>
        </p:txBody>
      </p:sp>
      <p:sp>
        <p:nvSpPr>
          <p:cNvPr name="TextBox 8" id="8"/>
          <p:cNvSpPr txBox="true"/>
          <p:nvPr/>
        </p:nvSpPr>
        <p:spPr>
          <a:xfrm>
            <a:off x="2984500" y="11684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sex:</a:t>
            </a:r>
          </a:p>
        </p:txBody>
      </p:sp>
      <p:sp>
        <p:nvSpPr>
          <p:cNvPr name="TextBox 9" id="9"/>
          <p:cNvSpPr txBox="true"/>
          <p:nvPr/>
        </p:nvSpPr>
        <p:spPr>
          <a:xfrm>
            <a:off x="4445000" y="11684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male</a:t>
            </a:r>
          </a:p>
        </p:txBody>
      </p:sp>
      <p:sp>
        <p:nvSpPr>
          <p:cNvPr name="TextBox 10" id="10"/>
          <p:cNvSpPr txBox="true"/>
          <p:nvPr/>
        </p:nvSpPr>
        <p:spPr>
          <a:xfrm>
            <a:off x="2984500" y="14732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yearBorn:</a:t>
            </a:r>
          </a:p>
        </p:txBody>
      </p:sp>
      <p:sp>
        <p:nvSpPr>
          <p:cNvPr name="TextBox 11" id="11"/>
          <p:cNvSpPr txBox="true"/>
          <p:nvPr/>
        </p:nvSpPr>
        <p:spPr>
          <a:xfrm>
            <a:off x="4445000" y="14732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1841</a:t>
            </a:r>
          </a:p>
        </p:txBody>
      </p:sp>
      <p:sp>
        <p:nvSpPr>
          <p:cNvPr name="TextBox 12" id="12"/>
          <p:cNvSpPr txBox="true"/>
          <p:nvPr/>
        </p:nvSpPr>
        <p:spPr>
          <a:xfrm>
            <a:off x="2984500" y="17780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birthPlace:</a:t>
            </a:r>
          </a:p>
        </p:txBody>
      </p:sp>
      <p:sp>
        <p:nvSpPr>
          <p:cNvPr name="TextBox 13" id="13"/>
          <p:cNvSpPr txBox="true"/>
          <p:nvPr/>
        </p:nvSpPr>
        <p:spPr>
          <a:xfrm>
            <a:off x="4445000" y="17780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Buckingham,Palace,London,England</a:t>
            </a:r>
          </a:p>
        </p:txBody>
      </p:sp>
      <p:sp>
        <p:nvSpPr>
          <p:cNvPr name="TextBox 14" id="14"/>
          <p:cNvSpPr txBox="true"/>
          <p:nvPr/>
        </p:nvSpPr>
        <p:spPr>
          <a:xfrm>
            <a:off x="2984500" y="20828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yearDied:</a:t>
            </a:r>
          </a:p>
        </p:txBody>
      </p:sp>
      <p:sp>
        <p:nvSpPr>
          <p:cNvPr name="TextBox 15" id="15"/>
          <p:cNvSpPr txBox="true"/>
          <p:nvPr/>
        </p:nvSpPr>
        <p:spPr>
          <a:xfrm>
            <a:off x="4445000" y="20828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1910</a:t>
            </a:r>
          </a:p>
        </p:txBody>
      </p:sp>
      <p:sp>
        <p:nvSpPr>
          <p:cNvPr name="TextBox 16" id="16"/>
          <p:cNvSpPr txBox="true"/>
          <p:nvPr/>
        </p:nvSpPr>
        <p:spPr>
          <a:xfrm>
            <a:off x="2984500" y="23876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diedAt:</a:t>
            </a:r>
          </a:p>
        </p:txBody>
      </p:sp>
      <p:sp>
        <p:nvSpPr>
          <p:cNvPr name="TextBox 17" id="17"/>
          <p:cNvSpPr txBox="true"/>
          <p:nvPr/>
        </p:nvSpPr>
        <p:spPr>
          <a:xfrm>
            <a:off x="4445000" y="23876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Windsor,Berkshire,England</a:t>
            </a:r>
          </a:p>
        </p:txBody>
      </p:sp>
      <p:sp>
        <p:nvSpPr>
          <p:cNvPr name="TextBox 18" id="18"/>
          <p:cNvSpPr txBox="true"/>
          <p:nvPr/>
        </p:nvSpPr>
        <p:spPr>
          <a:xfrm>
            <a:off x="2984500" y="26924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source:</a:t>
            </a:r>
          </a:p>
        </p:txBody>
      </p:sp>
      <p:sp>
        <p:nvSpPr>
          <p:cNvPr name="TextBox 19" id="19"/>
          <p:cNvSpPr txBox="true"/>
          <p:nvPr/>
        </p:nvSpPr>
        <p:spPr>
          <a:xfrm>
            <a:off x="4445000" y="26924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Royal 92 GEDCOM file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2984500" y="2540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link: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4445000" y="2540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  <a:hlinkClick r:id="rId2" tooltip="http://royal-family.bitplan.com/index.php/Alice_Maud_Mary"/>
              </a:rPr>
              <a:t>Alice Maud Mary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2984500" y="5588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name:</a:t>
            </a:r>
          </a:p>
        </p:txBody>
      </p:sp>
      <p:sp>
        <p:nvSpPr>
          <p:cNvPr name="TextBox 5" id="5"/>
          <p:cNvSpPr txBox="true"/>
          <p:nvPr/>
        </p:nvSpPr>
        <p:spPr>
          <a:xfrm>
            <a:off x="4445000" y="5588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Alice Maud Mary</a:t>
            </a:r>
          </a:p>
        </p:txBody>
      </p:sp>
      <p:sp>
        <p:nvSpPr>
          <p:cNvPr name="TextBox 6" id="6"/>
          <p:cNvSpPr txBox="true"/>
          <p:nvPr/>
        </p:nvSpPr>
        <p:spPr>
          <a:xfrm>
            <a:off x="2984500" y="8636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nobleTitle:</a:t>
            </a:r>
          </a:p>
        </p:txBody>
      </p:sp>
      <p:sp>
        <p:nvSpPr>
          <p:cNvPr name="TextBox 7" id="7"/>
          <p:cNvSpPr txBox="true"/>
          <p:nvPr/>
        </p:nvSpPr>
        <p:spPr>
          <a:xfrm>
            <a:off x="4445000" y="8636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Princess</a:t>
            </a:r>
          </a:p>
        </p:txBody>
      </p:sp>
      <p:sp>
        <p:nvSpPr>
          <p:cNvPr name="TextBox 8" id="8"/>
          <p:cNvSpPr txBox="true"/>
          <p:nvPr/>
        </p:nvSpPr>
        <p:spPr>
          <a:xfrm>
            <a:off x="2984500" y="11684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sex:</a:t>
            </a:r>
          </a:p>
        </p:txBody>
      </p:sp>
      <p:sp>
        <p:nvSpPr>
          <p:cNvPr name="TextBox 9" id="9"/>
          <p:cNvSpPr txBox="true"/>
          <p:nvPr/>
        </p:nvSpPr>
        <p:spPr>
          <a:xfrm>
            <a:off x="4445000" y="11684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female</a:t>
            </a:r>
          </a:p>
        </p:txBody>
      </p:sp>
      <p:sp>
        <p:nvSpPr>
          <p:cNvPr name="TextBox 10" id="10"/>
          <p:cNvSpPr txBox="true"/>
          <p:nvPr/>
        </p:nvSpPr>
        <p:spPr>
          <a:xfrm>
            <a:off x="2984500" y="14732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yearBorn:</a:t>
            </a:r>
          </a:p>
        </p:txBody>
      </p:sp>
      <p:sp>
        <p:nvSpPr>
          <p:cNvPr name="TextBox 11" id="11"/>
          <p:cNvSpPr txBox="true"/>
          <p:nvPr/>
        </p:nvSpPr>
        <p:spPr>
          <a:xfrm>
            <a:off x="4445000" y="14732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1843</a:t>
            </a:r>
          </a:p>
        </p:txBody>
      </p:sp>
      <p:sp>
        <p:nvSpPr>
          <p:cNvPr name="TextBox 12" id="12"/>
          <p:cNvSpPr txBox="true"/>
          <p:nvPr/>
        </p:nvSpPr>
        <p:spPr>
          <a:xfrm>
            <a:off x="2984500" y="17780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birthPlace:</a:t>
            </a:r>
          </a:p>
        </p:txBody>
      </p:sp>
      <p:sp>
        <p:nvSpPr>
          <p:cNvPr name="TextBox 13" id="13"/>
          <p:cNvSpPr txBox="true"/>
          <p:nvPr/>
        </p:nvSpPr>
        <p:spPr>
          <a:xfrm>
            <a:off x="4445000" y="17780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Buckingham,Palace,London,England</a:t>
            </a:r>
          </a:p>
        </p:txBody>
      </p:sp>
      <p:sp>
        <p:nvSpPr>
          <p:cNvPr name="TextBox 14" id="14"/>
          <p:cNvSpPr txBox="true"/>
          <p:nvPr/>
        </p:nvSpPr>
        <p:spPr>
          <a:xfrm>
            <a:off x="2984500" y="20828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yearDied:</a:t>
            </a:r>
          </a:p>
        </p:txBody>
      </p:sp>
      <p:sp>
        <p:nvSpPr>
          <p:cNvPr name="TextBox 15" id="15"/>
          <p:cNvSpPr txBox="true"/>
          <p:nvPr/>
        </p:nvSpPr>
        <p:spPr>
          <a:xfrm>
            <a:off x="4445000" y="20828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1878</a:t>
            </a:r>
          </a:p>
        </p:txBody>
      </p:sp>
      <p:sp>
        <p:nvSpPr>
          <p:cNvPr name="TextBox 16" id="16"/>
          <p:cNvSpPr txBox="true"/>
          <p:nvPr/>
        </p:nvSpPr>
        <p:spPr>
          <a:xfrm>
            <a:off x="2984500" y="23876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diedAt:</a:t>
            </a:r>
          </a:p>
        </p:txBody>
      </p:sp>
      <p:sp>
        <p:nvSpPr>
          <p:cNvPr name="TextBox 17" id="17"/>
          <p:cNvSpPr txBox="true"/>
          <p:nvPr/>
        </p:nvSpPr>
        <p:spPr>
          <a:xfrm>
            <a:off x="4445000" y="23876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Darmstadt,,,Germany</a:t>
            </a:r>
          </a:p>
        </p:txBody>
      </p:sp>
      <p:sp>
        <p:nvSpPr>
          <p:cNvPr name="TextBox 18" id="18"/>
          <p:cNvSpPr txBox="true"/>
          <p:nvPr/>
        </p:nvSpPr>
        <p:spPr>
          <a:xfrm>
            <a:off x="2984500" y="26924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source:</a:t>
            </a:r>
          </a:p>
        </p:txBody>
      </p:sp>
      <p:sp>
        <p:nvSpPr>
          <p:cNvPr name="TextBox 19" id="19"/>
          <p:cNvSpPr txBox="true"/>
          <p:nvPr/>
        </p:nvSpPr>
        <p:spPr>
          <a:xfrm>
            <a:off x="4445000" y="26924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Royal 92 GEDCOM file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2984500" y="2540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link: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4445000" y="2540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  <a:hlinkClick r:id="rId2" tooltip="http://royal-family.bitplan.com/index.php/Alfred_Ernest_Albert"/>
              </a:rPr>
              <a:t>Alfred Ernest Albert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2984500" y="5588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name:</a:t>
            </a:r>
          </a:p>
        </p:txBody>
      </p:sp>
      <p:sp>
        <p:nvSpPr>
          <p:cNvPr name="TextBox 5" id="5"/>
          <p:cNvSpPr txBox="true"/>
          <p:nvPr/>
        </p:nvSpPr>
        <p:spPr>
          <a:xfrm>
            <a:off x="4445000" y="5588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Alfred Ernest Albert</a:t>
            </a:r>
          </a:p>
        </p:txBody>
      </p:sp>
      <p:sp>
        <p:nvSpPr>
          <p:cNvPr name="TextBox 6" id="6"/>
          <p:cNvSpPr txBox="true"/>
          <p:nvPr/>
        </p:nvSpPr>
        <p:spPr>
          <a:xfrm>
            <a:off x="2984500" y="8636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nobleTitle:</a:t>
            </a:r>
          </a:p>
        </p:txBody>
      </p:sp>
      <p:sp>
        <p:nvSpPr>
          <p:cNvPr name="TextBox 7" id="7"/>
          <p:cNvSpPr txBox="true"/>
          <p:nvPr/>
        </p:nvSpPr>
        <p:spPr>
          <a:xfrm>
            <a:off x="4445000" y="8636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Prince</a:t>
            </a:r>
          </a:p>
        </p:txBody>
      </p:sp>
      <p:sp>
        <p:nvSpPr>
          <p:cNvPr name="TextBox 8" id="8"/>
          <p:cNvSpPr txBox="true"/>
          <p:nvPr/>
        </p:nvSpPr>
        <p:spPr>
          <a:xfrm>
            <a:off x="2984500" y="11684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sex:</a:t>
            </a:r>
          </a:p>
        </p:txBody>
      </p:sp>
      <p:sp>
        <p:nvSpPr>
          <p:cNvPr name="TextBox 9" id="9"/>
          <p:cNvSpPr txBox="true"/>
          <p:nvPr/>
        </p:nvSpPr>
        <p:spPr>
          <a:xfrm>
            <a:off x="4445000" y="11684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male</a:t>
            </a:r>
          </a:p>
        </p:txBody>
      </p:sp>
      <p:sp>
        <p:nvSpPr>
          <p:cNvPr name="TextBox 10" id="10"/>
          <p:cNvSpPr txBox="true"/>
          <p:nvPr/>
        </p:nvSpPr>
        <p:spPr>
          <a:xfrm>
            <a:off x="2984500" y="14732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yearBorn:</a:t>
            </a:r>
          </a:p>
        </p:txBody>
      </p:sp>
      <p:sp>
        <p:nvSpPr>
          <p:cNvPr name="TextBox 11" id="11"/>
          <p:cNvSpPr txBox="true"/>
          <p:nvPr/>
        </p:nvSpPr>
        <p:spPr>
          <a:xfrm>
            <a:off x="4445000" y="14732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1844</a:t>
            </a:r>
          </a:p>
        </p:txBody>
      </p:sp>
      <p:sp>
        <p:nvSpPr>
          <p:cNvPr name="TextBox 12" id="12"/>
          <p:cNvSpPr txBox="true"/>
          <p:nvPr/>
        </p:nvSpPr>
        <p:spPr>
          <a:xfrm>
            <a:off x="2984500" y="17780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birthPlace:</a:t>
            </a:r>
          </a:p>
        </p:txBody>
      </p:sp>
      <p:sp>
        <p:nvSpPr>
          <p:cNvPr name="TextBox 13" id="13"/>
          <p:cNvSpPr txBox="true"/>
          <p:nvPr/>
        </p:nvSpPr>
        <p:spPr>
          <a:xfrm>
            <a:off x="4445000" y="17780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Windsor Castle,Berkshire,England</a:t>
            </a:r>
          </a:p>
        </p:txBody>
      </p:sp>
      <p:sp>
        <p:nvSpPr>
          <p:cNvPr name="TextBox 14" id="14"/>
          <p:cNvSpPr txBox="true"/>
          <p:nvPr/>
        </p:nvSpPr>
        <p:spPr>
          <a:xfrm>
            <a:off x="2984500" y="20828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yearDied:</a:t>
            </a:r>
          </a:p>
        </p:txBody>
      </p:sp>
      <p:sp>
        <p:nvSpPr>
          <p:cNvPr name="TextBox 15" id="15"/>
          <p:cNvSpPr txBox="true"/>
          <p:nvPr/>
        </p:nvSpPr>
        <p:spPr>
          <a:xfrm>
            <a:off x="4445000" y="20828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1900</a:t>
            </a:r>
          </a:p>
        </p:txBody>
      </p:sp>
      <p:sp>
        <p:nvSpPr>
          <p:cNvPr name="TextBox 16" id="16"/>
          <p:cNvSpPr txBox="true"/>
          <p:nvPr/>
        </p:nvSpPr>
        <p:spPr>
          <a:xfrm>
            <a:off x="2984500" y="23876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diedAt:</a:t>
            </a:r>
          </a:p>
        </p:txBody>
      </p:sp>
      <p:sp>
        <p:nvSpPr>
          <p:cNvPr name="TextBox 17" id="17"/>
          <p:cNvSpPr txBox="true"/>
          <p:nvPr/>
        </p:nvSpPr>
        <p:spPr>
          <a:xfrm>
            <a:off x="4445000" y="23876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Schloss Rosenau,Near Coburg</a:t>
            </a:r>
          </a:p>
        </p:txBody>
      </p:sp>
      <p:sp>
        <p:nvSpPr>
          <p:cNvPr name="TextBox 18" id="18"/>
          <p:cNvSpPr txBox="true"/>
          <p:nvPr/>
        </p:nvSpPr>
        <p:spPr>
          <a:xfrm>
            <a:off x="2984500" y="26924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source:</a:t>
            </a:r>
          </a:p>
        </p:txBody>
      </p:sp>
      <p:sp>
        <p:nvSpPr>
          <p:cNvPr name="TextBox 19" id="19"/>
          <p:cNvSpPr txBox="true"/>
          <p:nvPr/>
        </p:nvSpPr>
        <p:spPr>
          <a:xfrm>
            <a:off x="4445000" y="26924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Royal 92 GEDCOM file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2984500" y="2540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link: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4445000" y="2540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  <a:hlinkClick r:id="rId2" tooltip="http://royal-family.bitplan.com/index.php/Helena_Augusta_Victoria"/>
              </a:rPr>
              <a:t>Helena Augusta Victoria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2984500" y="5588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name:</a:t>
            </a:r>
          </a:p>
        </p:txBody>
      </p:sp>
      <p:sp>
        <p:nvSpPr>
          <p:cNvPr name="TextBox 5" id="5"/>
          <p:cNvSpPr txBox="true"/>
          <p:nvPr/>
        </p:nvSpPr>
        <p:spPr>
          <a:xfrm>
            <a:off x="4445000" y="5588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Helena Augusta Victoria</a:t>
            </a:r>
          </a:p>
        </p:txBody>
      </p:sp>
      <p:sp>
        <p:nvSpPr>
          <p:cNvPr name="TextBox 6" id="6"/>
          <p:cNvSpPr txBox="true"/>
          <p:nvPr/>
        </p:nvSpPr>
        <p:spPr>
          <a:xfrm>
            <a:off x="2984500" y="8636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nobleTitle:</a:t>
            </a:r>
          </a:p>
        </p:txBody>
      </p:sp>
      <p:sp>
        <p:nvSpPr>
          <p:cNvPr name="TextBox 7" id="7"/>
          <p:cNvSpPr txBox="true"/>
          <p:nvPr/>
        </p:nvSpPr>
        <p:spPr>
          <a:xfrm>
            <a:off x="4445000" y="8636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Princess</a:t>
            </a:r>
          </a:p>
        </p:txBody>
      </p:sp>
      <p:sp>
        <p:nvSpPr>
          <p:cNvPr name="TextBox 8" id="8"/>
          <p:cNvSpPr txBox="true"/>
          <p:nvPr/>
        </p:nvSpPr>
        <p:spPr>
          <a:xfrm>
            <a:off x="2984500" y="11684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sex:</a:t>
            </a:r>
          </a:p>
        </p:txBody>
      </p:sp>
      <p:sp>
        <p:nvSpPr>
          <p:cNvPr name="TextBox 9" id="9"/>
          <p:cNvSpPr txBox="true"/>
          <p:nvPr/>
        </p:nvSpPr>
        <p:spPr>
          <a:xfrm>
            <a:off x="4445000" y="11684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female</a:t>
            </a:r>
          </a:p>
        </p:txBody>
      </p:sp>
      <p:sp>
        <p:nvSpPr>
          <p:cNvPr name="TextBox 10" id="10"/>
          <p:cNvSpPr txBox="true"/>
          <p:nvPr/>
        </p:nvSpPr>
        <p:spPr>
          <a:xfrm>
            <a:off x="2984500" y="14732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yearBorn:</a:t>
            </a:r>
          </a:p>
        </p:txBody>
      </p:sp>
      <p:sp>
        <p:nvSpPr>
          <p:cNvPr name="TextBox 11" id="11"/>
          <p:cNvSpPr txBox="true"/>
          <p:nvPr/>
        </p:nvSpPr>
        <p:spPr>
          <a:xfrm>
            <a:off x="4445000" y="14732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1846</a:t>
            </a:r>
          </a:p>
        </p:txBody>
      </p:sp>
      <p:sp>
        <p:nvSpPr>
          <p:cNvPr name="TextBox 12" id="12"/>
          <p:cNvSpPr txBox="true"/>
          <p:nvPr/>
        </p:nvSpPr>
        <p:spPr>
          <a:xfrm>
            <a:off x="2984500" y="17780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birthPlace:</a:t>
            </a:r>
          </a:p>
        </p:txBody>
      </p:sp>
      <p:sp>
        <p:nvSpPr>
          <p:cNvPr name="TextBox 13" id="13"/>
          <p:cNvSpPr txBox="true"/>
          <p:nvPr/>
        </p:nvSpPr>
        <p:spPr>
          <a:xfrm>
            <a:off x="4445000" y="17780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Buckingham,Palace,London,England</a:t>
            </a:r>
          </a:p>
        </p:txBody>
      </p:sp>
      <p:sp>
        <p:nvSpPr>
          <p:cNvPr name="TextBox 14" id="14"/>
          <p:cNvSpPr txBox="true"/>
          <p:nvPr/>
        </p:nvSpPr>
        <p:spPr>
          <a:xfrm>
            <a:off x="2984500" y="20828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yearDied:</a:t>
            </a:r>
          </a:p>
        </p:txBody>
      </p:sp>
      <p:sp>
        <p:nvSpPr>
          <p:cNvPr name="TextBox 15" id="15"/>
          <p:cNvSpPr txBox="true"/>
          <p:nvPr/>
        </p:nvSpPr>
        <p:spPr>
          <a:xfrm>
            <a:off x="4445000" y="20828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1923</a:t>
            </a:r>
          </a:p>
        </p:txBody>
      </p:sp>
      <p:sp>
        <p:nvSpPr>
          <p:cNvPr name="TextBox 16" id="16"/>
          <p:cNvSpPr txBox="true"/>
          <p:nvPr/>
        </p:nvSpPr>
        <p:spPr>
          <a:xfrm>
            <a:off x="2984500" y="23876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diedAt:</a:t>
            </a:r>
          </a:p>
        </p:txBody>
      </p:sp>
      <p:sp>
        <p:nvSpPr>
          <p:cNvPr name="TextBox 17" id="17"/>
          <p:cNvSpPr txBox="true"/>
          <p:nvPr/>
        </p:nvSpPr>
        <p:spPr>
          <a:xfrm>
            <a:off x="4445000" y="23876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Schomberg House,Pall Mall,London,England</a:t>
            </a:r>
          </a:p>
        </p:txBody>
      </p:sp>
      <p:sp>
        <p:nvSpPr>
          <p:cNvPr name="TextBox 18" id="18"/>
          <p:cNvSpPr txBox="true"/>
          <p:nvPr/>
        </p:nvSpPr>
        <p:spPr>
          <a:xfrm>
            <a:off x="2984500" y="26924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source:</a:t>
            </a:r>
          </a:p>
        </p:txBody>
      </p:sp>
      <p:sp>
        <p:nvSpPr>
          <p:cNvPr name="TextBox 19" id="19"/>
          <p:cNvSpPr txBox="true"/>
          <p:nvPr/>
        </p:nvSpPr>
        <p:spPr>
          <a:xfrm>
            <a:off x="4445000" y="26924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Royal 92 GEDCOM file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2984500" y="2540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link: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4445000" y="2540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  <a:hlinkClick r:id="rId2" tooltip="http://royal-family.bitplan.com/index.php/Louise_Caroline_Alberta"/>
              </a:rPr>
              <a:t>Louise Caroline Alberta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2984500" y="5588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name:</a:t>
            </a:r>
          </a:p>
        </p:txBody>
      </p:sp>
      <p:sp>
        <p:nvSpPr>
          <p:cNvPr name="TextBox 5" id="5"/>
          <p:cNvSpPr txBox="true"/>
          <p:nvPr/>
        </p:nvSpPr>
        <p:spPr>
          <a:xfrm>
            <a:off x="4445000" y="5588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Louise Caroline Alberta</a:t>
            </a:r>
          </a:p>
        </p:txBody>
      </p:sp>
      <p:sp>
        <p:nvSpPr>
          <p:cNvPr name="TextBox 6" id="6"/>
          <p:cNvSpPr txBox="true"/>
          <p:nvPr/>
        </p:nvSpPr>
        <p:spPr>
          <a:xfrm>
            <a:off x="2984500" y="8636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nobleTitle:</a:t>
            </a:r>
          </a:p>
        </p:txBody>
      </p:sp>
      <p:sp>
        <p:nvSpPr>
          <p:cNvPr name="TextBox 7" id="7"/>
          <p:cNvSpPr txBox="true"/>
          <p:nvPr/>
        </p:nvSpPr>
        <p:spPr>
          <a:xfrm>
            <a:off x="4445000" y="8636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Princess</a:t>
            </a:r>
          </a:p>
        </p:txBody>
      </p:sp>
      <p:sp>
        <p:nvSpPr>
          <p:cNvPr name="TextBox 8" id="8"/>
          <p:cNvSpPr txBox="true"/>
          <p:nvPr/>
        </p:nvSpPr>
        <p:spPr>
          <a:xfrm>
            <a:off x="2984500" y="11684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sex:</a:t>
            </a:r>
          </a:p>
        </p:txBody>
      </p:sp>
      <p:sp>
        <p:nvSpPr>
          <p:cNvPr name="TextBox 9" id="9"/>
          <p:cNvSpPr txBox="true"/>
          <p:nvPr/>
        </p:nvSpPr>
        <p:spPr>
          <a:xfrm>
            <a:off x="4445000" y="11684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female</a:t>
            </a:r>
          </a:p>
        </p:txBody>
      </p:sp>
      <p:sp>
        <p:nvSpPr>
          <p:cNvPr name="TextBox 10" id="10"/>
          <p:cNvSpPr txBox="true"/>
          <p:nvPr/>
        </p:nvSpPr>
        <p:spPr>
          <a:xfrm>
            <a:off x="2984500" y="14732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yearBorn:</a:t>
            </a:r>
          </a:p>
        </p:txBody>
      </p:sp>
      <p:sp>
        <p:nvSpPr>
          <p:cNvPr name="TextBox 11" id="11"/>
          <p:cNvSpPr txBox="true"/>
          <p:nvPr/>
        </p:nvSpPr>
        <p:spPr>
          <a:xfrm>
            <a:off x="4445000" y="14732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1848</a:t>
            </a:r>
          </a:p>
        </p:txBody>
      </p:sp>
      <p:sp>
        <p:nvSpPr>
          <p:cNvPr name="TextBox 12" id="12"/>
          <p:cNvSpPr txBox="true"/>
          <p:nvPr/>
        </p:nvSpPr>
        <p:spPr>
          <a:xfrm>
            <a:off x="2984500" y="17780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birthPlace:</a:t>
            </a:r>
          </a:p>
        </p:txBody>
      </p:sp>
      <p:sp>
        <p:nvSpPr>
          <p:cNvPr name="TextBox 13" id="13"/>
          <p:cNvSpPr txBox="true"/>
          <p:nvPr/>
        </p:nvSpPr>
        <p:spPr>
          <a:xfrm>
            <a:off x="4445000" y="17780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Buckingham,Palace,London,England</a:t>
            </a:r>
          </a:p>
        </p:txBody>
      </p:sp>
      <p:sp>
        <p:nvSpPr>
          <p:cNvPr name="TextBox 14" id="14"/>
          <p:cNvSpPr txBox="true"/>
          <p:nvPr/>
        </p:nvSpPr>
        <p:spPr>
          <a:xfrm>
            <a:off x="2984500" y="20828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yearDied:</a:t>
            </a:r>
          </a:p>
        </p:txBody>
      </p:sp>
      <p:sp>
        <p:nvSpPr>
          <p:cNvPr name="TextBox 15" id="15"/>
          <p:cNvSpPr txBox="true"/>
          <p:nvPr/>
        </p:nvSpPr>
        <p:spPr>
          <a:xfrm>
            <a:off x="4445000" y="20828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1939</a:t>
            </a:r>
          </a:p>
        </p:txBody>
      </p:sp>
      <p:sp>
        <p:nvSpPr>
          <p:cNvPr name="TextBox 16" id="16"/>
          <p:cNvSpPr txBox="true"/>
          <p:nvPr/>
        </p:nvSpPr>
        <p:spPr>
          <a:xfrm>
            <a:off x="2984500" y="23876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diedAt:</a:t>
            </a:r>
          </a:p>
        </p:txBody>
      </p:sp>
      <p:sp>
        <p:nvSpPr>
          <p:cNvPr name="TextBox 17" id="17"/>
          <p:cNvSpPr txBox="true"/>
          <p:nvPr/>
        </p:nvSpPr>
        <p:spPr>
          <a:xfrm>
            <a:off x="4445000" y="23876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Frogmore,,,England</a:t>
            </a:r>
          </a:p>
        </p:txBody>
      </p:sp>
      <p:sp>
        <p:nvSpPr>
          <p:cNvPr name="TextBox 18" id="18"/>
          <p:cNvSpPr txBox="true"/>
          <p:nvPr/>
        </p:nvSpPr>
        <p:spPr>
          <a:xfrm>
            <a:off x="2984500" y="26924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source:</a:t>
            </a:r>
          </a:p>
        </p:txBody>
      </p:sp>
      <p:sp>
        <p:nvSpPr>
          <p:cNvPr name="TextBox 19" id="19"/>
          <p:cNvSpPr txBox="true"/>
          <p:nvPr/>
        </p:nvSpPr>
        <p:spPr>
          <a:xfrm>
            <a:off x="4445000" y="26924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Royal 92 GEDCOM file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2984500" y="2540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link: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4445000" y="2540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  <a:hlinkClick r:id="rId2" tooltip="http://royal-family.bitplan.com/index.php/Arthur_William_Patrick"/>
              </a:rPr>
              <a:t>Arthur William Patrick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2984500" y="5588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name:</a:t>
            </a:r>
          </a:p>
        </p:txBody>
      </p:sp>
      <p:sp>
        <p:nvSpPr>
          <p:cNvPr name="TextBox 5" id="5"/>
          <p:cNvSpPr txBox="true"/>
          <p:nvPr/>
        </p:nvSpPr>
        <p:spPr>
          <a:xfrm>
            <a:off x="4445000" y="5588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Arthur William Patrick</a:t>
            </a:r>
          </a:p>
        </p:txBody>
      </p:sp>
      <p:sp>
        <p:nvSpPr>
          <p:cNvPr name="TextBox 6" id="6"/>
          <p:cNvSpPr txBox="true"/>
          <p:nvPr/>
        </p:nvSpPr>
        <p:spPr>
          <a:xfrm>
            <a:off x="2984500" y="8636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nobleTitle:</a:t>
            </a:r>
          </a:p>
        </p:txBody>
      </p:sp>
      <p:sp>
        <p:nvSpPr>
          <p:cNvPr name="TextBox 7" id="7"/>
          <p:cNvSpPr txBox="true"/>
          <p:nvPr/>
        </p:nvSpPr>
        <p:spPr>
          <a:xfrm>
            <a:off x="4445000" y="8636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Prince</a:t>
            </a:r>
          </a:p>
        </p:txBody>
      </p:sp>
      <p:sp>
        <p:nvSpPr>
          <p:cNvPr name="TextBox 8" id="8"/>
          <p:cNvSpPr txBox="true"/>
          <p:nvPr/>
        </p:nvSpPr>
        <p:spPr>
          <a:xfrm>
            <a:off x="2984500" y="11684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sex:</a:t>
            </a:r>
          </a:p>
        </p:txBody>
      </p:sp>
      <p:sp>
        <p:nvSpPr>
          <p:cNvPr name="TextBox 9" id="9"/>
          <p:cNvSpPr txBox="true"/>
          <p:nvPr/>
        </p:nvSpPr>
        <p:spPr>
          <a:xfrm>
            <a:off x="4445000" y="11684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male</a:t>
            </a:r>
          </a:p>
        </p:txBody>
      </p:sp>
      <p:sp>
        <p:nvSpPr>
          <p:cNvPr name="TextBox 10" id="10"/>
          <p:cNvSpPr txBox="true"/>
          <p:nvPr/>
        </p:nvSpPr>
        <p:spPr>
          <a:xfrm>
            <a:off x="2984500" y="14732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yearBorn:</a:t>
            </a:r>
          </a:p>
        </p:txBody>
      </p:sp>
      <p:sp>
        <p:nvSpPr>
          <p:cNvPr name="TextBox 11" id="11"/>
          <p:cNvSpPr txBox="true"/>
          <p:nvPr/>
        </p:nvSpPr>
        <p:spPr>
          <a:xfrm>
            <a:off x="4445000" y="14732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1850</a:t>
            </a:r>
          </a:p>
        </p:txBody>
      </p:sp>
      <p:sp>
        <p:nvSpPr>
          <p:cNvPr name="TextBox 12" id="12"/>
          <p:cNvSpPr txBox="true"/>
          <p:nvPr/>
        </p:nvSpPr>
        <p:spPr>
          <a:xfrm>
            <a:off x="2984500" y="17780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birthPlace:</a:t>
            </a:r>
          </a:p>
        </p:txBody>
      </p:sp>
      <p:sp>
        <p:nvSpPr>
          <p:cNvPr name="TextBox 13" id="13"/>
          <p:cNvSpPr txBox="true"/>
          <p:nvPr/>
        </p:nvSpPr>
        <p:spPr>
          <a:xfrm>
            <a:off x="4445000" y="17780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Buckingham,Palace,London,England</a:t>
            </a:r>
          </a:p>
        </p:txBody>
      </p:sp>
      <p:sp>
        <p:nvSpPr>
          <p:cNvPr name="TextBox 14" id="14"/>
          <p:cNvSpPr txBox="true"/>
          <p:nvPr/>
        </p:nvSpPr>
        <p:spPr>
          <a:xfrm>
            <a:off x="2984500" y="20828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yearDied:</a:t>
            </a:r>
          </a:p>
        </p:txBody>
      </p:sp>
      <p:sp>
        <p:nvSpPr>
          <p:cNvPr name="TextBox 15" id="15"/>
          <p:cNvSpPr txBox="true"/>
          <p:nvPr/>
        </p:nvSpPr>
        <p:spPr>
          <a:xfrm>
            <a:off x="4445000" y="20828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1942</a:t>
            </a:r>
          </a:p>
        </p:txBody>
      </p:sp>
      <p:sp>
        <p:nvSpPr>
          <p:cNvPr name="TextBox 16" id="16"/>
          <p:cNvSpPr txBox="true"/>
          <p:nvPr/>
        </p:nvSpPr>
        <p:spPr>
          <a:xfrm>
            <a:off x="2984500" y="23876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diedAt:</a:t>
            </a:r>
          </a:p>
        </p:txBody>
      </p:sp>
      <p:sp>
        <p:nvSpPr>
          <p:cNvPr name="TextBox 17" id="17"/>
          <p:cNvSpPr txBox="true"/>
          <p:nvPr/>
        </p:nvSpPr>
        <p:spPr>
          <a:xfrm>
            <a:off x="4445000" y="23876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Bagshot Park,Surrey</a:t>
            </a:r>
          </a:p>
        </p:txBody>
      </p:sp>
      <p:sp>
        <p:nvSpPr>
          <p:cNvPr name="TextBox 18" id="18"/>
          <p:cNvSpPr txBox="true"/>
          <p:nvPr/>
        </p:nvSpPr>
        <p:spPr>
          <a:xfrm>
            <a:off x="2984500" y="26924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source:</a:t>
            </a:r>
          </a:p>
        </p:txBody>
      </p:sp>
      <p:sp>
        <p:nvSpPr>
          <p:cNvPr name="TextBox 19" id="19"/>
          <p:cNvSpPr txBox="true"/>
          <p:nvPr/>
        </p:nvSpPr>
        <p:spPr>
          <a:xfrm>
            <a:off x="4445000" y="26924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Royal 92 GEDCOM file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2984500" y="2540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link: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4445000" y="2540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  <a:hlinkClick r:id="rId2" tooltip="http://royal-family.bitplan.com/index.php/Leopold_George_Duncan"/>
              </a:rPr>
              <a:t>Leopold George Duncan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2984500" y="5588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name:</a:t>
            </a:r>
          </a:p>
        </p:txBody>
      </p:sp>
      <p:sp>
        <p:nvSpPr>
          <p:cNvPr name="TextBox 5" id="5"/>
          <p:cNvSpPr txBox="true"/>
          <p:nvPr/>
        </p:nvSpPr>
        <p:spPr>
          <a:xfrm>
            <a:off x="4445000" y="5588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Leopold George Duncan</a:t>
            </a:r>
          </a:p>
        </p:txBody>
      </p:sp>
      <p:sp>
        <p:nvSpPr>
          <p:cNvPr name="TextBox 6" id="6"/>
          <p:cNvSpPr txBox="true"/>
          <p:nvPr/>
        </p:nvSpPr>
        <p:spPr>
          <a:xfrm>
            <a:off x="2984500" y="8636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nobleTitle:</a:t>
            </a:r>
          </a:p>
        </p:txBody>
      </p:sp>
      <p:sp>
        <p:nvSpPr>
          <p:cNvPr name="TextBox 7" id="7"/>
          <p:cNvSpPr txBox="true"/>
          <p:nvPr/>
        </p:nvSpPr>
        <p:spPr>
          <a:xfrm>
            <a:off x="4445000" y="8636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Prince</a:t>
            </a:r>
          </a:p>
        </p:txBody>
      </p:sp>
      <p:sp>
        <p:nvSpPr>
          <p:cNvPr name="TextBox 8" id="8"/>
          <p:cNvSpPr txBox="true"/>
          <p:nvPr/>
        </p:nvSpPr>
        <p:spPr>
          <a:xfrm>
            <a:off x="2984500" y="11684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sex:</a:t>
            </a:r>
          </a:p>
        </p:txBody>
      </p:sp>
      <p:sp>
        <p:nvSpPr>
          <p:cNvPr name="TextBox 9" id="9"/>
          <p:cNvSpPr txBox="true"/>
          <p:nvPr/>
        </p:nvSpPr>
        <p:spPr>
          <a:xfrm>
            <a:off x="4445000" y="11684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male</a:t>
            </a:r>
          </a:p>
        </p:txBody>
      </p:sp>
      <p:sp>
        <p:nvSpPr>
          <p:cNvPr name="TextBox 10" id="10"/>
          <p:cNvSpPr txBox="true"/>
          <p:nvPr/>
        </p:nvSpPr>
        <p:spPr>
          <a:xfrm>
            <a:off x="2984500" y="14732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yearBorn:</a:t>
            </a:r>
          </a:p>
        </p:txBody>
      </p:sp>
      <p:sp>
        <p:nvSpPr>
          <p:cNvPr name="TextBox 11" id="11"/>
          <p:cNvSpPr txBox="true"/>
          <p:nvPr/>
        </p:nvSpPr>
        <p:spPr>
          <a:xfrm>
            <a:off x="4445000" y="14732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1853</a:t>
            </a:r>
          </a:p>
        </p:txBody>
      </p:sp>
      <p:sp>
        <p:nvSpPr>
          <p:cNvPr name="TextBox 12" id="12"/>
          <p:cNvSpPr txBox="true"/>
          <p:nvPr/>
        </p:nvSpPr>
        <p:spPr>
          <a:xfrm>
            <a:off x="2984500" y="17780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birthPlace:</a:t>
            </a:r>
          </a:p>
        </p:txBody>
      </p:sp>
      <p:sp>
        <p:nvSpPr>
          <p:cNvPr name="TextBox 13" id="13"/>
          <p:cNvSpPr txBox="true"/>
          <p:nvPr/>
        </p:nvSpPr>
        <p:spPr>
          <a:xfrm>
            <a:off x="4445000" y="17780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Buckingham,Palace,London,England</a:t>
            </a:r>
          </a:p>
        </p:txBody>
      </p:sp>
      <p:sp>
        <p:nvSpPr>
          <p:cNvPr name="TextBox 14" id="14"/>
          <p:cNvSpPr txBox="true"/>
          <p:nvPr/>
        </p:nvSpPr>
        <p:spPr>
          <a:xfrm>
            <a:off x="2984500" y="20828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yearDied:</a:t>
            </a:r>
          </a:p>
        </p:txBody>
      </p:sp>
      <p:sp>
        <p:nvSpPr>
          <p:cNvPr name="TextBox 15" id="15"/>
          <p:cNvSpPr txBox="true"/>
          <p:nvPr/>
        </p:nvSpPr>
        <p:spPr>
          <a:xfrm>
            <a:off x="4445000" y="20828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1884</a:t>
            </a:r>
          </a:p>
        </p:txBody>
      </p:sp>
      <p:sp>
        <p:nvSpPr>
          <p:cNvPr name="TextBox 16" id="16"/>
          <p:cNvSpPr txBox="true"/>
          <p:nvPr/>
        </p:nvSpPr>
        <p:spPr>
          <a:xfrm>
            <a:off x="2984500" y="23876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diedAt:</a:t>
            </a:r>
          </a:p>
        </p:txBody>
      </p:sp>
      <p:sp>
        <p:nvSpPr>
          <p:cNvPr name="TextBox 17" id="17"/>
          <p:cNvSpPr txBox="true"/>
          <p:nvPr/>
        </p:nvSpPr>
        <p:spPr>
          <a:xfrm>
            <a:off x="4445000" y="23876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Cannes</a:t>
            </a:r>
          </a:p>
        </p:txBody>
      </p:sp>
      <p:sp>
        <p:nvSpPr>
          <p:cNvPr name="TextBox 18" id="18"/>
          <p:cNvSpPr txBox="true"/>
          <p:nvPr/>
        </p:nvSpPr>
        <p:spPr>
          <a:xfrm>
            <a:off x="2984500" y="26924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source:</a:t>
            </a:r>
          </a:p>
        </p:txBody>
      </p:sp>
      <p:sp>
        <p:nvSpPr>
          <p:cNvPr name="TextBox 19" id="19"/>
          <p:cNvSpPr txBox="true"/>
          <p:nvPr/>
        </p:nvSpPr>
        <p:spPr>
          <a:xfrm>
            <a:off x="4445000" y="26924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Royal 92 GEDCOM file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2984500" y="2540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link: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4445000" y="2540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  <a:hlinkClick r:id="rId2" tooltip="http://royal-family.bitplan.com/index.php/Beatrice_Mary_Victoria"/>
              </a:rPr>
              <a:t>Beatrice Mary Victoria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2984500" y="5588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name:</a:t>
            </a:r>
          </a:p>
        </p:txBody>
      </p:sp>
      <p:sp>
        <p:nvSpPr>
          <p:cNvPr name="TextBox 5" id="5"/>
          <p:cNvSpPr txBox="true"/>
          <p:nvPr/>
        </p:nvSpPr>
        <p:spPr>
          <a:xfrm>
            <a:off x="4445000" y="5588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Beatrice Mary Victoria</a:t>
            </a:r>
          </a:p>
        </p:txBody>
      </p:sp>
      <p:sp>
        <p:nvSpPr>
          <p:cNvPr name="TextBox 6" id="6"/>
          <p:cNvSpPr txBox="true"/>
          <p:nvPr/>
        </p:nvSpPr>
        <p:spPr>
          <a:xfrm>
            <a:off x="2984500" y="8636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nobleTitle:</a:t>
            </a:r>
          </a:p>
        </p:txBody>
      </p:sp>
      <p:sp>
        <p:nvSpPr>
          <p:cNvPr name="TextBox 7" id="7"/>
          <p:cNvSpPr txBox="true"/>
          <p:nvPr/>
        </p:nvSpPr>
        <p:spPr>
          <a:xfrm>
            <a:off x="4445000" y="8636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Princess</a:t>
            </a:r>
          </a:p>
        </p:txBody>
      </p:sp>
      <p:sp>
        <p:nvSpPr>
          <p:cNvPr name="TextBox 8" id="8"/>
          <p:cNvSpPr txBox="true"/>
          <p:nvPr/>
        </p:nvSpPr>
        <p:spPr>
          <a:xfrm>
            <a:off x="2984500" y="11684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sex:</a:t>
            </a:r>
          </a:p>
        </p:txBody>
      </p:sp>
      <p:sp>
        <p:nvSpPr>
          <p:cNvPr name="TextBox 9" id="9"/>
          <p:cNvSpPr txBox="true"/>
          <p:nvPr/>
        </p:nvSpPr>
        <p:spPr>
          <a:xfrm>
            <a:off x="4445000" y="11684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female</a:t>
            </a:r>
          </a:p>
        </p:txBody>
      </p:sp>
      <p:sp>
        <p:nvSpPr>
          <p:cNvPr name="TextBox 10" id="10"/>
          <p:cNvSpPr txBox="true"/>
          <p:nvPr/>
        </p:nvSpPr>
        <p:spPr>
          <a:xfrm>
            <a:off x="2984500" y="14732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yearBorn:</a:t>
            </a:r>
          </a:p>
        </p:txBody>
      </p:sp>
      <p:sp>
        <p:nvSpPr>
          <p:cNvPr name="TextBox 11" id="11"/>
          <p:cNvSpPr txBox="true"/>
          <p:nvPr/>
        </p:nvSpPr>
        <p:spPr>
          <a:xfrm>
            <a:off x="4445000" y="14732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1857</a:t>
            </a:r>
          </a:p>
        </p:txBody>
      </p:sp>
      <p:sp>
        <p:nvSpPr>
          <p:cNvPr name="TextBox 12" id="12"/>
          <p:cNvSpPr txBox="true"/>
          <p:nvPr/>
        </p:nvSpPr>
        <p:spPr>
          <a:xfrm>
            <a:off x="2984500" y="17780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birthPlace:</a:t>
            </a:r>
          </a:p>
        </p:txBody>
      </p:sp>
      <p:sp>
        <p:nvSpPr>
          <p:cNvPr name="TextBox 13" id="13"/>
          <p:cNvSpPr txBox="true"/>
          <p:nvPr/>
        </p:nvSpPr>
        <p:spPr>
          <a:xfrm>
            <a:off x="4445000" y="17780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Buckingham,Palace,London,England</a:t>
            </a:r>
          </a:p>
        </p:txBody>
      </p:sp>
      <p:sp>
        <p:nvSpPr>
          <p:cNvPr name="TextBox 14" id="14"/>
          <p:cNvSpPr txBox="true"/>
          <p:nvPr/>
        </p:nvSpPr>
        <p:spPr>
          <a:xfrm>
            <a:off x="2984500" y="20828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yearDied:</a:t>
            </a:r>
          </a:p>
        </p:txBody>
      </p:sp>
      <p:sp>
        <p:nvSpPr>
          <p:cNvPr name="TextBox 15" id="15"/>
          <p:cNvSpPr txBox="true"/>
          <p:nvPr/>
        </p:nvSpPr>
        <p:spPr>
          <a:xfrm>
            <a:off x="4445000" y="20828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1944</a:t>
            </a:r>
          </a:p>
        </p:txBody>
      </p:sp>
      <p:sp>
        <p:nvSpPr>
          <p:cNvPr name="TextBox 16" id="16"/>
          <p:cNvSpPr txBox="true"/>
          <p:nvPr/>
        </p:nvSpPr>
        <p:spPr>
          <a:xfrm>
            <a:off x="2984500" y="23876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diedAt:</a:t>
            </a:r>
          </a:p>
        </p:txBody>
      </p:sp>
      <p:sp>
        <p:nvSpPr>
          <p:cNvPr name="TextBox 17" id="17"/>
          <p:cNvSpPr txBox="true"/>
          <p:nvPr/>
        </p:nvSpPr>
        <p:spPr>
          <a:xfrm>
            <a:off x="4445000" y="23876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Bantridge Park,Balcombe,Sussex,England</a:t>
            </a:r>
          </a:p>
        </p:txBody>
      </p:sp>
      <p:sp>
        <p:nvSpPr>
          <p:cNvPr name="TextBox 18" id="18"/>
          <p:cNvSpPr txBox="true"/>
          <p:nvPr/>
        </p:nvSpPr>
        <p:spPr>
          <a:xfrm>
            <a:off x="2984500" y="26924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source:</a:t>
            </a:r>
          </a:p>
        </p:txBody>
      </p:sp>
      <p:sp>
        <p:nvSpPr>
          <p:cNvPr name="TextBox 19" id="19"/>
          <p:cNvSpPr txBox="true"/>
          <p:nvPr/>
        </p:nvSpPr>
        <p:spPr>
          <a:xfrm>
            <a:off x="4445000" y="26924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Royal 92 GEDCOM file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2984500" y="2540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link: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4445000" y="2540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  <a:hlinkClick r:id="rId2" tooltip="http://royal-family.bitplan.com/index.php/William_II"/>
              </a:rPr>
              <a:t>William_II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2984500" y="5588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name:</a:t>
            </a:r>
          </a:p>
        </p:txBody>
      </p:sp>
      <p:sp>
        <p:nvSpPr>
          <p:cNvPr name="TextBox 5" id="5"/>
          <p:cNvSpPr txBox="true"/>
          <p:nvPr/>
        </p:nvSpPr>
        <p:spPr>
          <a:xfrm>
            <a:off x="4445000" y="5588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William_II</a:t>
            </a:r>
          </a:p>
        </p:txBody>
      </p:sp>
      <p:sp>
        <p:nvSpPr>
          <p:cNvPr name="TextBox 6" id="6"/>
          <p:cNvSpPr txBox="true"/>
          <p:nvPr/>
        </p:nvSpPr>
        <p:spPr>
          <a:xfrm>
            <a:off x="2984500" y="8636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nobleTitle:</a:t>
            </a:r>
          </a:p>
        </p:txBody>
      </p:sp>
      <p:sp>
        <p:nvSpPr>
          <p:cNvPr name="TextBox 7" id="7"/>
          <p:cNvSpPr txBox="true"/>
          <p:nvPr/>
        </p:nvSpPr>
        <p:spPr>
          <a:xfrm>
            <a:off x="4445000" y="8636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German Emperor</a:t>
            </a:r>
          </a:p>
        </p:txBody>
      </p:sp>
      <p:sp>
        <p:nvSpPr>
          <p:cNvPr name="TextBox 8" id="8"/>
          <p:cNvSpPr txBox="true"/>
          <p:nvPr/>
        </p:nvSpPr>
        <p:spPr>
          <a:xfrm>
            <a:off x="2984500" y="11684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sex:</a:t>
            </a:r>
          </a:p>
        </p:txBody>
      </p:sp>
      <p:sp>
        <p:nvSpPr>
          <p:cNvPr name="TextBox 9" id="9"/>
          <p:cNvSpPr txBox="true"/>
          <p:nvPr/>
        </p:nvSpPr>
        <p:spPr>
          <a:xfrm>
            <a:off x="4445000" y="11684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male</a:t>
            </a:r>
          </a:p>
        </p:txBody>
      </p:sp>
      <p:sp>
        <p:nvSpPr>
          <p:cNvPr name="TextBox 10" id="10"/>
          <p:cNvSpPr txBox="true"/>
          <p:nvPr/>
        </p:nvSpPr>
        <p:spPr>
          <a:xfrm>
            <a:off x="2984500" y="14732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yearBorn:</a:t>
            </a:r>
          </a:p>
        </p:txBody>
      </p:sp>
      <p:sp>
        <p:nvSpPr>
          <p:cNvPr name="TextBox 11" id="11"/>
          <p:cNvSpPr txBox="true"/>
          <p:nvPr/>
        </p:nvSpPr>
        <p:spPr>
          <a:xfrm>
            <a:off x="4445000" y="14732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1859</a:t>
            </a:r>
          </a:p>
        </p:txBody>
      </p:sp>
      <p:sp>
        <p:nvSpPr>
          <p:cNvPr name="TextBox 12" id="12"/>
          <p:cNvSpPr txBox="true"/>
          <p:nvPr/>
        </p:nvSpPr>
        <p:spPr>
          <a:xfrm>
            <a:off x="2984500" y="17780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birthPlace:</a:t>
            </a:r>
          </a:p>
        </p:txBody>
      </p:sp>
      <p:sp>
        <p:nvSpPr>
          <p:cNvPr name="TextBox 13" id="13"/>
          <p:cNvSpPr txBox="true"/>
          <p:nvPr/>
        </p:nvSpPr>
        <p:spPr>
          <a:xfrm>
            <a:off x="4445000" y="17780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Berlin,Germany</a:t>
            </a:r>
          </a:p>
        </p:txBody>
      </p:sp>
      <p:sp>
        <p:nvSpPr>
          <p:cNvPr name="TextBox 14" id="14"/>
          <p:cNvSpPr txBox="true"/>
          <p:nvPr/>
        </p:nvSpPr>
        <p:spPr>
          <a:xfrm>
            <a:off x="2984500" y="20828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yearDied:</a:t>
            </a:r>
          </a:p>
        </p:txBody>
      </p:sp>
      <p:sp>
        <p:nvSpPr>
          <p:cNvPr name="TextBox 15" id="15"/>
          <p:cNvSpPr txBox="true"/>
          <p:nvPr/>
        </p:nvSpPr>
        <p:spPr>
          <a:xfrm>
            <a:off x="4445000" y="20828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1941</a:t>
            </a:r>
          </a:p>
        </p:txBody>
      </p:sp>
      <p:sp>
        <p:nvSpPr>
          <p:cNvPr name="TextBox 16" id="16"/>
          <p:cNvSpPr txBox="true"/>
          <p:nvPr/>
        </p:nvSpPr>
        <p:spPr>
          <a:xfrm>
            <a:off x="2984500" y="23876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diedAt:</a:t>
            </a:r>
          </a:p>
        </p:txBody>
      </p:sp>
      <p:sp>
        <p:nvSpPr>
          <p:cNvPr name="TextBox 17" id="17"/>
          <p:cNvSpPr txBox="true"/>
          <p:nvPr/>
        </p:nvSpPr>
        <p:spPr>
          <a:xfrm>
            <a:off x="4445000" y="23876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Haus Doorn,Netherlands</a:t>
            </a:r>
          </a:p>
        </p:txBody>
      </p:sp>
      <p:sp>
        <p:nvSpPr>
          <p:cNvPr name="TextBox 18" id="18"/>
          <p:cNvSpPr txBox="true"/>
          <p:nvPr/>
        </p:nvSpPr>
        <p:spPr>
          <a:xfrm>
            <a:off x="2984500" y="26924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source:</a:t>
            </a:r>
          </a:p>
        </p:txBody>
      </p:sp>
      <p:sp>
        <p:nvSpPr>
          <p:cNvPr name="TextBox 19" id="19"/>
          <p:cNvSpPr txBox="true"/>
          <p:nvPr/>
        </p:nvSpPr>
        <p:spPr>
          <a:xfrm>
            <a:off x="4445000" y="26924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Royal 92 GEDCOM file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2984500" y="2540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link: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4445000" y="2540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  <a:hlinkClick r:id="rId2" tooltip="http://royal-family.bitplan.com/index.php/Henry_of_Prussia"/>
              </a:rPr>
              <a:t>Henry of_Prussia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2984500" y="5588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name:</a:t>
            </a:r>
          </a:p>
        </p:txBody>
      </p:sp>
      <p:sp>
        <p:nvSpPr>
          <p:cNvPr name="TextBox 5" id="5"/>
          <p:cNvSpPr txBox="true"/>
          <p:nvPr/>
        </p:nvSpPr>
        <p:spPr>
          <a:xfrm>
            <a:off x="4445000" y="5588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Henry of_Prussia</a:t>
            </a:r>
          </a:p>
        </p:txBody>
      </p:sp>
      <p:sp>
        <p:nvSpPr>
          <p:cNvPr name="TextBox 6" id="6"/>
          <p:cNvSpPr txBox="true"/>
          <p:nvPr/>
        </p:nvSpPr>
        <p:spPr>
          <a:xfrm>
            <a:off x="2984500" y="8636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nobleTitle:</a:t>
            </a:r>
          </a:p>
        </p:txBody>
      </p:sp>
      <p:sp>
        <p:nvSpPr>
          <p:cNvPr name="TextBox 7" id="7"/>
          <p:cNvSpPr txBox="true"/>
          <p:nvPr/>
        </p:nvSpPr>
        <p:spPr>
          <a:xfrm>
            <a:off x="4445000" y="8636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Prince</a:t>
            </a:r>
          </a:p>
        </p:txBody>
      </p:sp>
      <p:sp>
        <p:nvSpPr>
          <p:cNvPr name="TextBox 8" id="8"/>
          <p:cNvSpPr txBox="true"/>
          <p:nvPr/>
        </p:nvSpPr>
        <p:spPr>
          <a:xfrm>
            <a:off x="2984500" y="11684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sex:</a:t>
            </a:r>
          </a:p>
        </p:txBody>
      </p:sp>
      <p:sp>
        <p:nvSpPr>
          <p:cNvPr name="TextBox 9" id="9"/>
          <p:cNvSpPr txBox="true"/>
          <p:nvPr/>
        </p:nvSpPr>
        <p:spPr>
          <a:xfrm>
            <a:off x="4445000" y="11684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male</a:t>
            </a:r>
          </a:p>
        </p:txBody>
      </p:sp>
      <p:sp>
        <p:nvSpPr>
          <p:cNvPr name="TextBox 10" id="10"/>
          <p:cNvSpPr txBox="true"/>
          <p:nvPr/>
        </p:nvSpPr>
        <p:spPr>
          <a:xfrm>
            <a:off x="2984500" y="14732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yearBorn:</a:t>
            </a:r>
          </a:p>
        </p:txBody>
      </p:sp>
      <p:sp>
        <p:nvSpPr>
          <p:cNvPr name="TextBox 11" id="11"/>
          <p:cNvSpPr txBox="true"/>
          <p:nvPr/>
        </p:nvSpPr>
        <p:spPr>
          <a:xfrm>
            <a:off x="4445000" y="14732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1862</a:t>
            </a:r>
          </a:p>
        </p:txBody>
      </p:sp>
      <p:sp>
        <p:nvSpPr>
          <p:cNvPr name="TextBox 12" id="12"/>
          <p:cNvSpPr txBox="true"/>
          <p:nvPr/>
        </p:nvSpPr>
        <p:spPr>
          <a:xfrm>
            <a:off x="2984500" y="17780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yearDied:</a:t>
            </a:r>
          </a:p>
        </p:txBody>
      </p:sp>
      <p:sp>
        <p:nvSpPr>
          <p:cNvPr name="TextBox 13" id="13"/>
          <p:cNvSpPr txBox="true"/>
          <p:nvPr/>
        </p:nvSpPr>
        <p:spPr>
          <a:xfrm>
            <a:off x="4445000" y="17780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1929</a:t>
            </a:r>
          </a:p>
        </p:txBody>
      </p:sp>
      <p:sp>
        <p:nvSpPr>
          <p:cNvPr name="TextBox 14" id="14"/>
          <p:cNvSpPr txBox="true"/>
          <p:nvPr/>
        </p:nvSpPr>
        <p:spPr>
          <a:xfrm>
            <a:off x="2984500" y="20828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source:</a:t>
            </a:r>
          </a:p>
        </p:txBody>
      </p:sp>
      <p:sp>
        <p:nvSpPr>
          <p:cNvPr name="TextBox 15" id="15"/>
          <p:cNvSpPr txBox="true"/>
          <p:nvPr/>
        </p:nvSpPr>
        <p:spPr>
          <a:xfrm>
            <a:off x="4445000" y="20828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Royal 92 GEDCOM file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2984500" y="2540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link: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4445000" y="2540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  <a:hlinkClick r:id="rId2" tooltip="http://royal-family.bitplan.com/index.php/Sigismund"/>
              </a:rPr>
              <a:t>Sigismund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2984500" y="5588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name:</a:t>
            </a:r>
          </a:p>
        </p:txBody>
      </p:sp>
      <p:sp>
        <p:nvSpPr>
          <p:cNvPr name="TextBox 5" id="5"/>
          <p:cNvSpPr txBox="true"/>
          <p:nvPr/>
        </p:nvSpPr>
        <p:spPr>
          <a:xfrm>
            <a:off x="4445000" y="5588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Sigismund</a:t>
            </a:r>
          </a:p>
        </p:txBody>
      </p:sp>
      <p:sp>
        <p:nvSpPr>
          <p:cNvPr name="TextBox 6" id="6"/>
          <p:cNvSpPr txBox="true"/>
          <p:nvPr/>
        </p:nvSpPr>
        <p:spPr>
          <a:xfrm>
            <a:off x="2984500" y="8636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nobleTitle:</a:t>
            </a:r>
          </a:p>
        </p:txBody>
      </p:sp>
      <p:sp>
        <p:nvSpPr>
          <p:cNvPr name="TextBox 7" id="7"/>
          <p:cNvSpPr txBox="true"/>
          <p:nvPr/>
        </p:nvSpPr>
        <p:spPr>
          <a:xfrm>
            <a:off x="4445000" y="8636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Prince</a:t>
            </a:r>
          </a:p>
        </p:txBody>
      </p:sp>
      <p:sp>
        <p:nvSpPr>
          <p:cNvPr name="TextBox 8" id="8"/>
          <p:cNvSpPr txBox="true"/>
          <p:nvPr/>
        </p:nvSpPr>
        <p:spPr>
          <a:xfrm>
            <a:off x="2984500" y="11684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sex:</a:t>
            </a:r>
          </a:p>
        </p:txBody>
      </p:sp>
      <p:sp>
        <p:nvSpPr>
          <p:cNvPr name="TextBox 9" id="9"/>
          <p:cNvSpPr txBox="true"/>
          <p:nvPr/>
        </p:nvSpPr>
        <p:spPr>
          <a:xfrm>
            <a:off x="4445000" y="11684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male</a:t>
            </a:r>
          </a:p>
        </p:txBody>
      </p:sp>
      <p:sp>
        <p:nvSpPr>
          <p:cNvPr name="TextBox 10" id="10"/>
          <p:cNvSpPr txBox="true"/>
          <p:nvPr/>
        </p:nvSpPr>
        <p:spPr>
          <a:xfrm>
            <a:off x="2984500" y="14732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yearBorn:</a:t>
            </a:r>
          </a:p>
        </p:txBody>
      </p:sp>
      <p:sp>
        <p:nvSpPr>
          <p:cNvPr name="TextBox 11" id="11"/>
          <p:cNvSpPr txBox="true"/>
          <p:nvPr/>
        </p:nvSpPr>
        <p:spPr>
          <a:xfrm>
            <a:off x="4445000" y="14732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1864</a:t>
            </a:r>
          </a:p>
        </p:txBody>
      </p:sp>
      <p:sp>
        <p:nvSpPr>
          <p:cNvPr name="TextBox 12" id="12"/>
          <p:cNvSpPr txBox="true"/>
          <p:nvPr/>
        </p:nvSpPr>
        <p:spPr>
          <a:xfrm>
            <a:off x="2984500" y="17780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yearDied:</a:t>
            </a:r>
          </a:p>
        </p:txBody>
      </p:sp>
      <p:sp>
        <p:nvSpPr>
          <p:cNvPr name="TextBox 13" id="13"/>
          <p:cNvSpPr txBox="true"/>
          <p:nvPr/>
        </p:nvSpPr>
        <p:spPr>
          <a:xfrm>
            <a:off x="4445000" y="17780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1866</a:t>
            </a:r>
          </a:p>
        </p:txBody>
      </p:sp>
      <p:sp>
        <p:nvSpPr>
          <p:cNvPr name="TextBox 14" id="14"/>
          <p:cNvSpPr txBox="true"/>
          <p:nvPr/>
        </p:nvSpPr>
        <p:spPr>
          <a:xfrm>
            <a:off x="2984500" y="20828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source:</a:t>
            </a:r>
          </a:p>
        </p:txBody>
      </p:sp>
      <p:sp>
        <p:nvSpPr>
          <p:cNvPr name="TextBox 15" id="15"/>
          <p:cNvSpPr txBox="true"/>
          <p:nvPr/>
        </p:nvSpPr>
        <p:spPr>
          <a:xfrm>
            <a:off x="4445000" y="20828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Royal 92 GEDCOM file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2984500" y="2540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link: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4445000" y="2540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  <a:hlinkClick r:id="rId2" tooltip="http://royal-family.bitplan.com/index.php/Victoria"/>
              </a:rPr>
              <a:t>Victoria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2984500" y="5588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name:</a:t>
            </a:r>
          </a:p>
        </p:txBody>
      </p:sp>
      <p:sp>
        <p:nvSpPr>
          <p:cNvPr name="TextBox 5" id="5"/>
          <p:cNvSpPr txBox="true"/>
          <p:nvPr/>
        </p:nvSpPr>
        <p:spPr>
          <a:xfrm>
            <a:off x="4445000" y="5588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Victoria</a:t>
            </a:r>
          </a:p>
        </p:txBody>
      </p:sp>
      <p:sp>
        <p:nvSpPr>
          <p:cNvPr name="TextBox 6" id="6"/>
          <p:cNvSpPr txBox="true"/>
          <p:nvPr/>
        </p:nvSpPr>
        <p:spPr>
          <a:xfrm>
            <a:off x="2984500" y="8636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nobleTitle:</a:t>
            </a:r>
          </a:p>
        </p:txBody>
      </p:sp>
      <p:sp>
        <p:nvSpPr>
          <p:cNvPr name="TextBox 7" id="7"/>
          <p:cNvSpPr txBox="true"/>
          <p:nvPr/>
        </p:nvSpPr>
        <p:spPr>
          <a:xfrm>
            <a:off x="4445000" y="8636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Princess</a:t>
            </a:r>
          </a:p>
        </p:txBody>
      </p:sp>
      <p:sp>
        <p:nvSpPr>
          <p:cNvPr name="TextBox 8" id="8"/>
          <p:cNvSpPr txBox="true"/>
          <p:nvPr/>
        </p:nvSpPr>
        <p:spPr>
          <a:xfrm>
            <a:off x="2984500" y="11684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sex:</a:t>
            </a:r>
          </a:p>
        </p:txBody>
      </p:sp>
      <p:sp>
        <p:nvSpPr>
          <p:cNvPr name="TextBox 9" id="9"/>
          <p:cNvSpPr txBox="true"/>
          <p:nvPr/>
        </p:nvSpPr>
        <p:spPr>
          <a:xfrm>
            <a:off x="4445000" y="11684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female</a:t>
            </a:r>
          </a:p>
        </p:txBody>
      </p:sp>
      <p:sp>
        <p:nvSpPr>
          <p:cNvPr name="TextBox 10" id="10"/>
          <p:cNvSpPr txBox="true"/>
          <p:nvPr/>
        </p:nvSpPr>
        <p:spPr>
          <a:xfrm>
            <a:off x="2984500" y="14732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yearBorn:</a:t>
            </a:r>
          </a:p>
        </p:txBody>
      </p:sp>
      <p:sp>
        <p:nvSpPr>
          <p:cNvPr name="TextBox 11" id="11"/>
          <p:cNvSpPr txBox="true"/>
          <p:nvPr/>
        </p:nvSpPr>
        <p:spPr>
          <a:xfrm>
            <a:off x="4445000" y="14732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1866</a:t>
            </a:r>
          </a:p>
        </p:txBody>
      </p:sp>
      <p:sp>
        <p:nvSpPr>
          <p:cNvPr name="TextBox 12" id="12"/>
          <p:cNvSpPr txBox="true"/>
          <p:nvPr/>
        </p:nvSpPr>
        <p:spPr>
          <a:xfrm>
            <a:off x="2984500" y="17780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yearDied:</a:t>
            </a:r>
          </a:p>
        </p:txBody>
      </p:sp>
      <p:sp>
        <p:nvSpPr>
          <p:cNvPr name="TextBox 13" id="13"/>
          <p:cNvSpPr txBox="true"/>
          <p:nvPr/>
        </p:nvSpPr>
        <p:spPr>
          <a:xfrm>
            <a:off x="4445000" y="17780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1929</a:t>
            </a:r>
          </a:p>
        </p:txBody>
      </p:sp>
      <p:sp>
        <p:nvSpPr>
          <p:cNvPr name="TextBox 14" id="14"/>
          <p:cNvSpPr txBox="true"/>
          <p:nvPr/>
        </p:nvSpPr>
        <p:spPr>
          <a:xfrm>
            <a:off x="2984500" y="20828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source:</a:t>
            </a:r>
          </a:p>
        </p:txBody>
      </p:sp>
      <p:sp>
        <p:nvSpPr>
          <p:cNvPr name="TextBox 15" id="15"/>
          <p:cNvSpPr txBox="true"/>
          <p:nvPr/>
        </p:nvSpPr>
        <p:spPr>
          <a:xfrm>
            <a:off x="4445000" y="20828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Royal 92 GEDCOM file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2984500" y="2540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link: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4445000" y="2540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  <a:hlinkClick r:id="rId2" tooltip="http://royal-family.bitplan.com/index.php/Waldemar"/>
              </a:rPr>
              <a:t>Waldemar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2984500" y="5588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name:</a:t>
            </a:r>
          </a:p>
        </p:txBody>
      </p:sp>
      <p:sp>
        <p:nvSpPr>
          <p:cNvPr name="TextBox 5" id="5"/>
          <p:cNvSpPr txBox="true"/>
          <p:nvPr/>
        </p:nvSpPr>
        <p:spPr>
          <a:xfrm>
            <a:off x="4445000" y="5588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Waldemar</a:t>
            </a:r>
          </a:p>
        </p:txBody>
      </p:sp>
      <p:sp>
        <p:nvSpPr>
          <p:cNvPr name="TextBox 6" id="6"/>
          <p:cNvSpPr txBox="true"/>
          <p:nvPr/>
        </p:nvSpPr>
        <p:spPr>
          <a:xfrm>
            <a:off x="2984500" y="8636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nobleTitle:</a:t>
            </a:r>
          </a:p>
        </p:txBody>
      </p:sp>
      <p:sp>
        <p:nvSpPr>
          <p:cNvPr name="TextBox 7" id="7"/>
          <p:cNvSpPr txBox="true"/>
          <p:nvPr/>
        </p:nvSpPr>
        <p:spPr>
          <a:xfrm>
            <a:off x="4445000" y="8636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Princess</a:t>
            </a:r>
          </a:p>
        </p:txBody>
      </p:sp>
      <p:sp>
        <p:nvSpPr>
          <p:cNvPr name="TextBox 8" id="8"/>
          <p:cNvSpPr txBox="true"/>
          <p:nvPr/>
        </p:nvSpPr>
        <p:spPr>
          <a:xfrm>
            <a:off x="2984500" y="11684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sex:</a:t>
            </a:r>
          </a:p>
        </p:txBody>
      </p:sp>
      <p:sp>
        <p:nvSpPr>
          <p:cNvPr name="TextBox 9" id="9"/>
          <p:cNvSpPr txBox="true"/>
          <p:nvPr/>
        </p:nvSpPr>
        <p:spPr>
          <a:xfrm>
            <a:off x="4445000" y="11684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male</a:t>
            </a:r>
          </a:p>
        </p:txBody>
      </p:sp>
      <p:sp>
        <p:nvSpPr>
          <p:cNvPr name="TextBox 10" id="10"/>
          <p:cNvSpPr txBox="true"/>
          <p:nvPr/>
        </p:nvSpPr>
        <p:spPr>
          <a:xfrm>
            <a:off x="2984500" y="14732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yearBorn:</a:t>
            </a:r>
          </a:p>
        </p:txBody>
      </p:sp>
      <p:sp>
        <p:nvSpPr>
          <p:cNvPr name="TextBox 11" id="11"/>
          <p:cNvSpPr txBox="true"/>
          <p:nvPr/>
        </p:nvSpPr>
        <p:spPr>
          <a:xfrm>
            <a:off x="4445000" y="14732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1868</a:t>
            </a:r>
          </a:p>
        </p:txBody>
      </p:sp>
      <p:sp>
        <p:nvSpPr>
          <p:cNvPr name="TextBox 12" id="12"/>
          <p:cNvSpPr txBox="true"/>
          <p:nvPr/>
        </p:nvSpPr>
        <p:spPr>
          <a:xfrm>
            <a:off x="2984500" y="17780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yearDied:</a:t>
            </a:r>
          </a:p>
        </p:txBody>
      </p:sp>
      <p:sp>
        <p:nvSpPr>
          <p:cNvPr name="TextBox 13" id="13"/>
          <p:cNvSpPr txBox="true"/>
          <p:nvPr/>
        </p:nvSpPr>
        <p:spPr>
          <a:xfrm>
            <a:off x="4445000" y="17780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1879</a:t>
            </a:r>
          </a:p>
        </p:txBody>
      </p:sp>
      <p:sp>
        <p:nvSpPr>
          <p:cNvPr name="TextBox 14" id="14"/>
          <p:cNvSpPr txBox="true"/>
          <p:nvPr/>
        </p:nvSpPr>
        <p:spPr>
          <a:xfrm>
            <a:off x="2984500" y="20828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source:</a:t>
            </a:r>
          </a:p>
        </p:txBody>
      </p:sp>
      <p:sp>
        <p:nvSpPr>
          <p:cNvPr name="TextBox 15" id="15"/>
          <p:cNvSpPr txBox="true"/>
          <p:nvPr/>
        </p:nvSpPr>
        <p:spPr>
          <a:xfrm>
            <a:off x="4445000" y="20828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Royal 92 GEDCOM file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2984500" y="2540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link: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4445000" y="2540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  <a:hlinkClick r:id="rId2" tooltip="http://royal-family.bitplan.com/index.php/Sophie_of_Prussia"/>
              </a:rPr>
              <a:t>Sophie of_Prussia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2984500" y="5588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name:</a:t>
            </a:r>
          </a:p>
        </p:txBody>
      </p:sp>
      <p:sp>
        <p:nvSpPr>
          <p:cNvPr name="TextBox 5" id="5"/>
          <p:cNvSpPr txBox="true"/>
          <p:nvPr/>
        </p:nvSpPr>
        <p:spPr>
          <a:xfrm>
            <a:off x="4445000" y="5588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Sophie of_Prussia</a:t>
            </a:r>
          </a:p>
        </p:txBody>
      </p:sp>
      <p:sp>
        <p:nvSpPr>
          <p:cNvPr name="TextBox 6" id="6"/>
          <p:cNvSpPr txBox="true"/>
          <p:nvPr/>
        </p:nvSpPr>
        <p:spPr>
          <a:xfrm>
            <a:off x="2984500" y="8636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nobleTitle:</a:t>
            </a:r>
          </a:p>
        </p:txBody>
      </p:sp>
      <p:sp>
        <p:nvSpPr>
          <p:cNvPr name="TextBox 7" id="7"/>
          <p:cNvSpPr txBox="true"/>
          <p:nvPr/>
        </p:nvSpPr>
        <p:spPr>
          <a:xfrm>
            <a:off x="4445000" y="8636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Queen of Greece</a:t>
            </a:r>
          </a:p>
        </p:txBody>
      </p:sp>
      <p:sp>
        <p:nvSpPr>
          <p:cNvPr name="TextBox 8" id="8"/>
          <p:cNvSpPr txBox="true"/>
          <p:nvPr/>
        </p:nvSpPr>
        <p:spPr>
          <a:xfrm>
            <a:off x="2984500" y="11684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sex:</a:t>
            </a:r>
          </a:p>
        </p:txBody>
      </p:sp>
      <p:sp>
        <p:nvSpPr>
          <p:cNvPr name="TextBox 9" id="9"/>
          <p:cNvSpPr txBox="true"/>
          <p:nvPr/>
        </p:nvSpPr>
        <p:spPr>
          <a:xfrm>
            <a:off x="4445000" y="11684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female</a:t>
            </a:r>
          </a:p>
        </p:txBody>
      </p:sp>
      <p:sp>
        <p:nvSpPr>
          <p:cNvPr name="TextBox 10" id="10"/>
          <p:cNvSpPr txBox="true"/>
          <p:nvPr/>
        </p:nvSpPr>
        <p:spPr>
          <a:xfrm>
            <a:off x="2984500" y="14732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yearBorn:</a:t>
            </a:r>
          </a:p>
        </p:txBody>
      </p:sp>
      <p:sp>
        <p:nvSpPr>
          <p:cNvPr name="TextBox 11" id="11"/>
          <p:cNvSpPr txBox="true"/>
          <p:nvPr/>
        </p:nvSpPr>
        <p:spPr>
          <a:xfrm>
            <a:off x="4445000" y="14732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1870</a:t>
            </a:r>
          </a:p>
        </p:txBody>
      </p:sp>
      <p:sp>
        <p:nvSpPr>
          <p:cNvPr name="TextBox 12" id="12"/>
          <p:cNvSpPr txBox="true"/>
          <p:nvPr/>
        </p:nvSpPr>
        <p:spPr>
          <a:xfrm>
            <a:off x="2984500" y="17780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birthPlace:</a:t>
            </a:r>
          </a:p>
        </p:txBody>
      </p:sp>
      <p:sp>
        <p:nvSpPr>
          <p:cNvPr name="TextBox 13" id="13"/>
          <p:cNvSpPr txBox="true"/>
          <p:nvPr/>
        </p:nvSpPr>
        <p:spPr>
          <a:xfrm>
            <a:off x="4445000" y="17780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Potsdam,Germany</a:t>
            </a:r>
          </a:p>
        </p:txBody>
      </p:sp>
      <p:sp>
        <p:nvSpPr>
          <p:cNvPr name="TextBox 14" id="14"/>
          <p:cNvSpPr txBox="true"/>
          <p:nvPr/>
        </p:nvSpPr>
        <p:spPr>
          <a:xfrm>
            <a:off x="2984500" y="20828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yearDied:</a:t>
            </a:r>
          </a:p>
        </p:txBody>
      </p:sp>
      <p:sp>
        <p:nvSpPr>
          <p:cNvPr name="TextBox 15" id="15"/>
          <p:cNvSpPr txBox="true"/>
          <p:nvPr/>
        </p:nvSpPr>
        <p:spPr>
          <a:xfrm>
            <a:off x="4445000" y="20828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1936</a:t>
            </a:r>
          </a:p>
        </p:txBody>
      </p:sp>
      <p:sp>
        <p:nvSpPr>
          <p:cNvPr name="TextBox 16" id="16"/>
          <p:cNvSpPr txBox="true"/>
          <p:nvPr/>
        </p:nvSpPr>
        <p:spPr>
          <a:xfrm>
            <a:off x="2984500" y="23876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diedAt:</a:t>
            </a:r>
          </a:p>
        </p:txBody>
      </p:sp>
      <p:sp>
        <p:nvSpPr>
          <p:cNvPr name="TextBox 17" id="17"/>
          <p:cNvSpPr txBox="true"/>
          <p:nvPr/>
        </p:nvSpPr>
        <p:spPr>
          <a:xfrm>
            <a:off x="4445000" y="23876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Tatoi,Near Athens,Greece</a:t>
            </a:r>
          </a:p>
        </p:txBody>
      </p:sp>
      <p:sp>
        <p:nvSpPr>
          <p:cNvPr name="TextBox 18" id="18"/>
          <p:cNvSpPr txBox="true"/>
          <p:nvPr/>
        </p:nvSpPr>
        <p:spPr>
          <a:xfrm>
            <a:off x="2984500" y="26924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source:</a:t>
            </a:r>
          </a:p>
        </p:txBody>
      </p:sp>
      <p:sp>
        <p:nvSpPr>
          <p:cNvPr name="TextBox 19" id="19"/>
          <p:cNvSpPr txBox="true"/>
          <p:nvPr/>
        </p:nvSpPr>
        <p:spPr>
          <a:xfrm>
            <a:off x="4445000" y="26924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Royal 92 GEDCOM file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2984500" y="2540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link: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4445000" y="2540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  <a:hlinkClick r:id="rId2" tooltip="http://royal-family.bitplan.com/index.php/Charlotte_of_Saxe-_Meiningen"/>
              </a:rPr>
              <a:t>Charlotte of_Saxe- Meiningen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2984500" y="5588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name:</a:t>
            </a:r>
          </a:p>
        </p:txBody>
      </p:sp>
      <p:sp>
        <p:nvSpPr>
          <p:cNvPr name="TextBox 5" id="5"/>
          <p:cNvSpPr txBox="true"/>
          <p:nvPr/>
        </p:nvSpPr>
        <p:spPr>
          <a:xfrm>
            <a:off x="4445000" y="5588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Charlotte of_Saxe- Meiningen</a:t>
            </a:r>
          </a:p>
        </p:txBody>
      </p:sp>
      <p:sp>
        <p:nvSpPr>
          <p:cNvPr name="TextBox 6" id="6"/>
          <p:cNvSpPr txBox="true"/>
          <p:nvPr/>
        </p:nvSpPr>
        <p:spPr>
          <a:xfrm>
            <a:off x="2984500" y="8636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nobleTitle:</a:t>
            </a:r>
          </a:p>
        </p:txBody>
      </p:sp>
      <p:sp>
        <p:nvSpPr>
          <p:cNvPr name="TextBox 7" id="7"/>
          <p:cNvSpPr txBox="true"/>
          <p:nvPr/>
        </p:nvSpPr>
        <p:spPr>
          <a:xfrm>
            <a:off x="4445000" y="8636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Duchess</a:t>
            </a:r>
          </a:p>
        </p:txBody>
      </p:sp>
      <p:sp>
        <p:nvSpPr>
          <p:cNvPr name="TextBox 8" id="8"/>
          <p:cNvSpPr txBox="true"/>
          <p:nvPr/>
        </p:nvSpPr>
        <p:spPr>
          <a:xfrm>
            <a:off x="2984500" y="11684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sex:</a:t>
            </a:r>
          </a:p>
        </p:txBody>
      </p:sp>
      <p:sp>
        <p:nvSpPr>
          <p:cNvPr name="TextBox 9" id="9"/>
          <p:cNvSpPr txBox="true"/>
          <p:nvPr/>
        </p:nvSpPr>
        <p:spPr>
          <a:xfrm>
            <a:off x="4445000" y="11684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female</a:t>
            </a:r>
          </a:p>
        </p:txBody>
      </p:sp>
      <p:sp>
        <p:nvSpPr>
          <p:cNvPr name="TextBox 10" id="10"/>
          <p:cNvSpPr txBox="true"/>
          <p:nvPr/>
        </p:nvSpPr>
        <p:spPr>
          <a:xfrm>
            <a:off x="2984500" y="14732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yearBorn:</a:t>
            </a:r>
          </a:p>
        </p:txBody>
      </p:sp>
      <p:sp>
        <p:nvSpPr>
          <p:cNvPr name="TextBox 11" id="11"/>
          <p:cNvSpPr txBox="true"/>
          <p:nvPr/>
        </p:nvSpPr>
        <p:spPr>
          <a:xfrm>
            <a:off x="4445000" y="14732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1860</a:t>
            </a:r>
          </a:p>
        </p:txBody>
      </p:sp>
      <p:sp>
        <p:nvSpPr>
          <p:cNvPr name="TextBox 12" id="12"/>
          <p:cNvSpPr txBox="true"/>
          <p:nvPr/>
        </p:nvSpPr>
        <p:spPr>
          <a:xfrm>
            <a:off x="2984500" y="17780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yearDied:</a:t>
            </a:r>
          </a:p>
        </p:txBody>
      </p:sp>
      <p:sp>
        <p:nvSpPr>
          <p:cNvPr name="TextBox 13" id="13"/>
          <p:cNvSpPr txBox="true"/>
          <p:nvPr/>
        </p:nvSpPr>
        <p:spPr>
          <a:xfrm>
            <a:off x="4445000" y="17780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1919</a:t>
            </a:r>
          </a:p>
        </p:txBody>
      </p:sp>
      <p:sp>
        <p:nvSpPr>
          <p:cNvPr name="TextBox 14" id="14"/>
          <p:cNvSpPr txBox="true"/>
          <p:nvPr/>
        </p:nvSpPr>
        <p:spPr>
          <a:xfrm>
            <a:off x="2984500" y="20828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source:</a:t>
            </a:r>
          </a:p>
        </p:txBody>
      </p:sp>
      <p:sp>
        <p:nvSpPr>
          <p:cNvPr name="TextBox 15" id="15"/>
          <p:cNvSpPr txBox="true"/>
          <p:nvPr/>
        </p:nvSpPr>
        <p:spPr>
          <a:xfrm>
            <a:off x="4445000" y="20828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Royal 92 GEDCOM file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2984500" y="2540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link: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4445000" y="2540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  <a:hlinkClick r:id="rId2" tooltip="http://royal-family.bitplan.com/index.php/Margarete_of_Hesse"/>
              </a:rPr>
              <a:t>Margarete of_Hesse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2984500" y="5588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name:</a:t>
            </a:r>
          </a:p>
        </p:txBody>
      </p:sp>
      <p:sp>
        <p:nvSpPr>
          <p:cNvPr name="TextBox 5" id="5"/>
          <p:cNvSpPr txBox="true"/>
          <p:nvPr/>
        </p:nvSpPr>
        <p:spPr>
          <a:xfrm>
            <a:off x="4445000" y="5588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Margarete of_Hesse</a:t>
            </a:r>
          </a:p>
        </p:txBody>
      </p:sp>
      <p:sp>
        <p:nvSpPr>
          <p:cNvPr name="TextBox 6" id="6"/>
          <p:cNvSpPr txBox="true"/>
          <p:nvPr/>
        </p:nvSpPr>
        <p:spPr>
          <a:xfrm>
            <a:off x="2984500" y="8636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nobleTitle:</a:t>
            </a:r>
          </a:p>
        </p:txBody>
      </p:sp>
      <p:sp>
        <p:nvSpPr>
          <p:cNvPr name="TextBox 7" id="7"/>
          <p:cNvSpPr txBox="true"/>
          <p:nvPr/>
        </p:nvSpPr>
        <p:spPr>
          <a:xfrm>
            <a:off x="4445000" y="8636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Princess</a:t>
            </a:r>
          </a:p>
        </p:txBody>
      </p:sp>
      <p:sp>
        <p:nvSpPr>
          <p:cNvPr name="TextBox 8" id="8"/>
          <p:cNvSpPr txBox="true"/>
          <p:nvPr/>
        </p:nvSpPr>
        <p:spPr>
          <a:xfrm>
            <a:off x="2984500" y="11684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sex:</a:t>
            </a:r>
          </a:p>
        </p:txBody>
      </p:sp>
      <p:sp>
        <p:nvSpPr>
          <p:cNvPr name="TextBox 9" id="9"/>
          <p:cNvSpPr txBox="true"/>
          <p:nvPr/>
        </p:nvSpPr>
        <p:spPr>
          <a:xfrm>
            <a:off x="4445000" y="11684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female</a:t>
            </a:r>
          </a:p>
        </p:txBody>
      </p:sp>
      <p:sp>
        <p:nvSpPr>
          <p:cNvPr name="TextBox 10" id="10"/>
          <p:cNvSpPr txBox="true"/>
          <p:nvPr/>
        </p:nvSpPr>
        <p:spPr>
          <a:xfrm>
            <a:off x="2984500" y="14732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yearBorn:</a:t>
            </a:r>
          </a:p>
        </p:txBody>
      </p:sp>
      <p:sp>
        <p:nvSpPr>
          <p:cNvPr name="TextBox 11" id="11"/>
          <p:cNvSpPr txBox="true"/>
          <p:nvPr/>
        </p:nvSpPr>
        <p:spPr>
          <a:xfrm>
            <a:off x="4445000" y="14732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1872</a:t>
            </a:r>
          </a:p>
        </p:txBody>
      </p:sp>
      <p:sp>
        <p:nvSpPr>
          <p:cNvPr name="TextBox 12" id="12"/>
          <p:cNvSpPr txBox="true"/>
          <p:nvPr/>
        </p:nvSpPr>
        <p:spPr>
          <a:xfrm>
            <a:off x="2984500" y="17780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yearDied:</a:t>
            </a:r>
          </a:p>
        </p:txBody>
      </p:sp>
      <p:sp>
        <p:nvSpPr>
          <p:cNvPr name="TextBox 13" id="13"/>
          <p:cNvSpPr txBox="true"/>
          <p:nvPr/>
        </p:nvSpPr>
        <p:spPr>
          <a:xfrm>
            <a:off x="4445000" y="17780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1954</a:t>
            </a:r>
          </a:p>
        </p:txBody>
      </p:sp>
      <p:sp>
        <p:nvSpPr>
          <p:cNvPr name="TextBox 14" id="14"/>
          <p:cNvSpPr txBox="true"/>
          <p:nvPr/>
        </p:nvSpPr>
        <p:spPr>
          <a:xfrm>
            <a:off x="2984500" y="20828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source:</a:t>
            </a:r>
          </a:p>
        </p:txBody>
      </p:sp>
      <p:sp>
        <p:nvSpPr>
          <p:cNvPr name="TextBox 15" id="15"/>
          <p:cNvSpPr txBox="true"/>
          <p:nvPr/>
        </p:nvSpPr>
        <p:spPr>
          <a:xfrm>
            <a:off x="4445000" y="20828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Royal 92 GEDCOM file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2984500" y="2540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link: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4445000" y="2540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  <a:hlinkClick r:id="rId2" tooltip="http://royal-family.bitplan.com/index.php/Albert_Victor_Christian"/>
              </a:rPr>
              <a:t>Albert Victor Christian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2984500" y="5588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name:</a:t>
            </a:r>
          </a:p>
        </p:txBody>
      </p:sp>
      <p:sp>
        <p:nvSpPr>
          <p:cNvPr name="TextBox 5" id="5"/>
          <p:cNvSpPr txBox="true"/>
          <p:nvPr/>
        </p:nvSpPr>
        <p:spPr>
          <a:xfrm>
            <a:off x="4445000" y="5588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Albert Victor Christian</a:t>
            </a:r>
          </a:p>
        </p:txBody>
      </p:sp>
      <p:sp>
        <p:nvSpPr>
          <p:cNvPr name="TextBox 6" id="6"/>
          <p:cNvSpPr txBox="true"/>
          <p:nvPr/>
        </p:nvSpPr>
        <p:spPr>
          <a:xfrm>
            <a:off x="2984500" y="8636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nobleTitle:</a:t>
            </a:r>
          </a:p>
        </p:txBody>
      </p:sp>
      <p:sp>
        <p:nvSpPr>
          <p:cNvPr name="TextBox 7" id="7"/>
          <p:cNvSpPr txBox="true"/>
          <p:nvPr/>
        </p:nvSpPr>
        <p:spPr>
          <a:xfrm>
            <a:off x="4445000" y="8636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Duke</a:t>
            </a:r>
          </a:p>
        </p:txBody>
      </p:sp>
      <p:sp>
        <p:nvSpPr>
          <p:cNvPr name="TextBox 8" id="8"/>
          <p:cNvSpPr txBox="true"/>
          <p:nvPr/>
        </p:nvSpPr>
        <p:spPr>
          <a:xfrm>
            <a:off x="2984500" y="11684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sex:</a:t>
            </a:r>
          </a:p>
        </p:txBody>
      </p:sp>
      <p:sp>
        <p:nvSpPr>
          <p:cNvPr name="TextBox 9" id="9"/>
          <p:cNvSpPr txBox="true"/>
          <p:nvPr/>
        </p:nvSpPr>
        <p:spPr>
          <a:xfrm>
            <a:off x="4445000" y="11684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male</a:t>
            </a:r>
          </a:p>
        </p:txBody>
      </p:sp>
      <p:sp>
        <p:nvSpPr>
          <p:cNvPr name="TextBox 10" id="10"/>
          <p:cNvSpPr txBox="true"/>
          <p:nvPr/>
        </p:nvSpPr>
        <p:spPr>
          <a:xfrm>
            <a:off x="2984500" y="14732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yearBorn:</a:t>
            </a:r>
          </a:p>
        </p:txBody>
      </p:sp>
      <p:sp>
        <p:nvSpPr>
          <p:cNvPr name="TextBox 11" id="11"/>
          <p:cNvSpPr txBox="true"/>
          <p:nvPr/>
        </p:nvSpPr>
        <p:spPr>
          <a:xfrm>
            <a:off x="4445000" y="14732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1864</a:t>
            </a:r>
          </a:p>
        </p:txBody>
      </p:sp>
      <p:sp>
        <p:nvSpPr>
          <p:cNvPr name="TextBox 12" id="12"/>
          <p:cNvSpPr txBox="true"/>
          <p:nvPr/>
        </p:nvSpPr>
        <p:spPr>
          <a:xfrm>
            <a:off x="2984500" y="17780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birthPlace:</a:t>
            </a:r>
          </a:p>
        </p:txBody>
      </p:sp>
      <p:sp>
        <p:nvSpPr>
          <p:cNvPr name="TextBox 13" id="13"/>
          <p:cNvSpPr txBox="true"/>
          <p:nvPr/>
        </p:nvSpPr>
        <p:spPr>
          <a:xfrm>
            <a:off x="4445000" y="17780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Frogmore House,Windsor,Berkshire,England</a:t>
            </a:r>
          </a:p>
        </p:txBody>
      </p:sp>
      <p:sp>
        <p:nvSpPr>
          <p:cNvPr name="TextBox 14" id="14"/>
          <p:cNvSpPr txBox="true"/>
          <p:nvPr/>
        </p:nvSpPr>
        <p:spPr>
          <a:xfrm>
            <a:off x="2984500" y="20828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yearDied:</a:t>
            </a:r>
          </a:p>
        </p:txBody>
      </p:sp>
      <p:sp>
        <p:nvSpPr>
          <p:cNvPr name="TextBox 15" id="15"/>
          <p:cNvSpPr txBox="true"/>
          <p:nvPr/>
        </p:nvSpPr>
        <p:spPr>
          <a:xfrm>
            <a:off x="4445000" y="20828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1892</a:t>
            </a:r>
          </a:p>
        </p:txBody>
      </p:sp>
      <p:sp>
        <p:nvSpPr>
          <p:cNvPr name="TextBox 16" id="16"/>
          <p:cNvSpPr txBox="true"/>
          <p:nvPr/>
        </p:nvSpPr>
        <p:spPr>
          <a:xfrm>
            <a:off x="2984500" y="23876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diedAt:</a:t>
            </a:r>
          </a:p>
        </p:txBody>
      </p:sp>
      <p:sp>
        <p:nvSpPr>
          <p:cNvPr name="TextBox 17" id="17"/>
          <p:cNvSpPr txBox="true"/>
          <p:nvPr/>
        </p:nvSpPr>
        <p:spPr>
          <a:xfrm>
            <a:off x="4445000" y="23876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Windsor,Berkshire,England</a:t>
            </a:r>
          </a:p>
        </p:txBody>
      </p:sp>
      <p:sp>
        <p:nvSpPr>
          <p:cNvPr name="TextBox 18" id="18"/>
          <p:cNvSpPr txBox="true"/>
          <p:nvPr/>
        </p:nvSpPr>
        <p:spPr>
          <a:xfrm>
            <a:off x="2984500" y="26924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source:</a:t>
            </a:r>
          </a:p>
        </p:txBody>
      </p:sp>
      <p:sp>
        <p:nvSpPr>
          <p:cNvPr name="TextBox 19" id="19"/>
          <p:cNvSpPr txBox="true"/>
          <p:nvPr/>
        </p:nvSpPr>
        <p:spPr>
          <a:xfrm>
            <a:off x="4445000" y="26924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Royal 92 GEDCOM file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2984500" y="2540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link: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4445000" y="2540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  <a:hlinkClick r:id="rId2" tooltip="http://royal-family.bitplan.com/index.php/George_V_Windsor"/>
              </a:rPr>
              <a:t>George_V Windsor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2984500" y="5588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name:</a:t>
            </a:r>
          </a:p>
        </p:txBody>
      </p:sp>
      <p:sp>
        <p:nvSpPr>
          <p:cNvPr name="TextBox 5" id="5"/>
          <p:cNvSpPr txBox="true"/>
          <p:nvPr/>
        </p:nvSpPr>
        <p:spPr>
          <a:xfrm>
            <a:off x="4445000" y="5588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George_V Windsor</a:t>
            </a:r>
          </a:p>
        </p:txBody>
      </p:sp>
      <p:sp>
        <p:nvSpPr>
          <p:cNvPr name="TextBox 6" id="6"/>
          <p:cNvSpPr txBox="true"/>
          <p:nvPr/>
        </p:nvSpPr>
        <p:spPr>
          <a:xfrm>
            <a:off x="2984500" y="8636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nobleTitle:</a:t>
            </a:r>
          </a:p>
        </p:txBody>
      </p:sp>
      <p:sp>
        <p:nvSpPr>
          <p:cNvPr name="TextBox 7" id="7"/>
          <p:cNvSpPr txBox="true"/>
          <p:nvPr/>
        </p:nvSpPr>
        <p:spPr>
          <a:xfrm>
            <a:off x="4445000" y="8636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King of England</a:t>
            </a:r>
          </a:p>
        </p:txBody>
      </p:sp>
      <p:sp>
        <p:nvSpPr>
          <p:cNvPr name="TextBox 8" id="8"/>
          <p:cNvSpPr txBox="true"/>
          <p:nvPr/>
        </p:nvSpPr>
        <p:spPr>
          <a:xfrm>
            <a:off x="2984500" y="11684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sex:</a:t>
            </a:r>
          </a:p>
        </p:txBody>
      </p:sp>
      <p:sp>
        <p:nvSpPr>
          <p:cNvPr name="TextBox 9" id="9"/>
          <p:cNvSpPr txBox="true"/>
          <p:nvPr/>
        </p:nvSpPr>
        <p:spPr>
          <a:xfrm>
            <a:off x="4445000" y="11684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male</a:t>
            </a:r>
          </a:p>
        </p:txBody>
      </p:sp>
      <p:sp>
        <p:nvSpPr>
          <p:cNvPr name="TextBox 10" id="10"/>
          <p:cNvSpPr txBox="true"/>
          <p:nvPr/>
        </p:nvSpPr>
        <p:spPr>
          <a:xfrm>
            <a:off x="2984500" y="14732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yearBorn:</a:t>
            </a:r>
          </a:p>
        </p:txBody>
      </p:sp>
      <p:sp>
        <p:nvSpPr>
          <p:cNvPr name="TextBox 11" id="11"/>
          <p:cNvSpPr txBox="true"/>
          <p:nvPr/>
        </p:nvSpPr>
        <p:spPr>
          <a:xfrm>
            <a:off x="4445000" y="14732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1865</a:t>
            </a:r>
          </a:p>
        </p:txBody>
      </p:sp>
      <p:sp>
        <p:nvSpPr>
          <p:cNvPr name="TextBox 12" id="12"/>
          <p:cNvSpPr txBox="true"/>
          <p:nvPr/>
        </p:nvSpPr>
        <p:spPr>
          <a:xfrm>
            <a:off x="2984500" y="17780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birthPlace:</a:t>
            </a:r>
          </a:p>
        </p:txBody>
      </p:sp>
      <p:sp>
        <p:nvSpPr>
          <p:cNvPr name="TextBox 13" id="13"/>
          <p:cNvSpPr txBox="true"/>
          <p:nvPr/>
        </p:nvSpPr>
        <p:spPr>
          <a:xfrm>
            <a:off x="4445000" y="17780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Marlborough Hse,London,England</a:t>
            </a:r>
          </a:p>
        </p:txBody>
      </p:sp>
      <p:sp>
        <p:nvSpPr>
          <p:cNvPr name="TextBox 14" id="14"/>
          <p:cNvSpPr txBox="true"/>
          <p:nvPr/>
        </p:nvSpPr>
        <p:spPr>
          <a:xfrm>
            <a:off x="2984500" y="20828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yearDied:</a:t>
            </a:r>
          </a:p>
        </p:txBody>
      </p:sp>
      <p:sp>
        <p:nvSpPr>
          <p:cNvPr name="TextBox 15" id="15"/>
          <p:cNvSpPr txBox="true"/>
          <p:nvPr/>
        </p:nvSpPr>
        <p:spPr>
          <a:xfrm>
            <a:off x="4445000" y="20828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1936</a:t>
            </a:r>
          </a:p>
        </p:txBody>
      </p:sp>
      <p:sp>
        <p:nvSpPr>
          <p:cNvPr name="TextBox 16" id="16"/>
          <p:cNvSpPr txBox="true"/>
          <p:nvPr/>
        </p:nvSpPr>
        <p:spPr>
          <a:xfrm>
            <a:off x="2984500" y="23876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diedAt:</a:t>
            </a:r>
          </a:p>
        </p:txBody>
      </p:sp>
      <p:sp>
        <p:nvSpPr>
          <p:cNvPr name="TextBox 17" id="17"/>
          <p:cNvSpPr txBox="true"/>
          <p:nvPr/>
        </p:nvSpPr>
        <p:spPr>
          <a:xfrm>
            <a:off x="4445000" y="23876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200">
                <a:solidFill>
                  <a:srgbClr val="0000FF"/>
                </a:solidFill>
              </a:rPr>
              <a:t>Windsor Castle,St. George Chap.,Berkshire,England</a:t>
            </a:r>
          </a:p>
        </p:txBody>
      </p:sp>
      <p:sp>
        <p:nvSpPr>
          <p:cNvPr name="TextBox 18" id="18"/>
          <p:cNvSpPr txBox="true"/>
          <p:nvPr/>
        </p:nvSpPr>
        <p:spPr>
          <a:xfrm>
            <a:off x="2984500" y="26924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source:</a:t>
            </a:r>
          </a:p>
        </p:txBody>
      </p:sp>
      <p:sp>
        <p:nvSpPr>
          <p:cNvPr name="TextBox 19" id="19"/>
          <p:cNvSpPr txBox="true"/>
          <p:nvPr/>
        </p:nvSpPr>
        <p:spPr>
          <a:xfrm>
            <a:off x="4445000" y="26924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Royal 92 GEDCOM file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2984500" y="2540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link: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4445000" y="2540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  <a:hlinkClick r:id="rId2" tooltip="http://royal-family.bitplan.com/index.php/Louise_Victoria_Alexandra"/>
              </a:rPr>
              <a:t>Louise Victoria Alexandra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2984500" y="5588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name:</a:t>
            </a:r>
          </a:p>
        </p:txBody>
      </p:sp>
      <p:sp>
        <p:nvSpPr>
          <p:cNvPr name="TextBox 5" id="5"/>
          <p:cNvSpPr txBox="true"/>
          <p:nvPr/>
        </p:nvSpPr>
        <p:spPr>
          <a:xfrm>
            <a:off x="4445000" y="5588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Louise Victoria Alexandra</a:t>
            </a:r>
          </a:p>
        </p:txBody>
      </p:sp>
      <p:sp>
        <p:nvSpPr>
          <p:cNvPr name="TextBox 6" id="6"/>
          <p:cNvSpPr txBox="true"/>
          <p:nvPr/>
        </p:nvSpPr>
        <p:spPr>
          <a:xfrm>
            <a:off x="2984500" y="8636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nobleTitle:</a:t>
            </a:r>
          </a:p>
        </p:txBody>
      </p:sp>
      <p:sp>
        <p:nvSpPr>
          <p:cNvPr name="TextBox 7" id="7"/>
          <p:cNvSpPr txBox="true"/>
          <p:nvPr/>
        </p:nvSpPr>
        <p:spPr>
          <a:xfrm>
            <a:off x="4445000" y="8636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Princess Royal</a:t>
            </a:r>
          </a:p>
        </p:txBody>
      </p:sp>
      <p:sp>
        <p:nvSpPr>
          <p:cNvPr name="TextBox 8" id="8"/>
          <p:cNvSpPr txBox="true"/>
          <p:nvPr/>
        </p:nvSpPr>
        <p:spPr>
          <a:xfrm>
            <a:off x="2984500" y="11684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sex:</a:t>
            </a:r>
          </a:p>
        </p:txBody>
      </p:sp>
      <p:sp>
        <p:nvSpPr>
          <p:cNvPr name="TextBox 9" id="9"/>
          <p:cNvSpPr txBox="true"/>
          <p:nvPr/>
        </p:nvSpPr>
        <p:spPr>
          <a:xfrm>
            <a:off x="4445000" y="11684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female</a:t>
            </a:r>
          </a:p>
        </p:txBody>
      </p:sp>
      <p:sp>
        <p:nvSpPr>
          <p:cNvPr name="TextBox 10" id="10"/>
          <p:cNvSpPr txBox="true"/>
          <p:nvPr/>
        </p:nvSpPr>
        <p:spPr>
          <a:xfrm>
            <a:off x="2984500" y="14732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yearBorn:</a:t>
            </a:r>
          </a:p>
        </p:txBody>
      </p:sp>
      <p:sp>
        <p:nvSpPr>
          <p:cNvPr name="TextBox 11" id="11"/>
          <p:cNvSpPr txBox="true"/>
          <p:nvPr/>
        </p:nvSpPr>
        <p:spPr>
          <a:xfrm>
            <a:off x="4445000" y="14732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1867</a:t>
            </a:r>
          </a:p>
        </p:txBody>
      </p:sp>
      <p:sp>
        <p:nvSpPr>
          <p:cNvPr name="TextBox 12" id="12"/>
          <p:cNvSpPr txBox="true"/>
          <p:nvPr/>
        </p:nvSpPr>
        <p:spPr>
          <a:xfrm>
            <a:off x="2984500" y="17780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birthPlace:</a:t>
            </a:r>
          </a:p>
        </p:txBody>
      </p:sp>
      <p:sp>
        <p:nvSpPr>
          <p:cNvPr name="TextBox 13" id="13"/>
          <p:cNvSpPr txBox="true"/>
          <p:nvPr/>
        </p:nvSpPr>
        <p:spPr>
          <a:xfrm>
            <a:off x="4445000" y="17780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Marlborough,House,London,England</a:t>
            </a:r>
          </a:p>
        </p:txBody>
      </p:sp>
      <p:sp>
        <p:nvSpPr>
          <p:cNvPr name="TextBox 14" id="14"/>
          <p:cNvSpPr txBox="true"/>
          <p:nvPr/>
        </p:nvSpPr>
        <p:spPr>
          <a:xfrm>
            <a:off x="2984500" y="20828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yearDied:</a:t>
            </a:r>
          </a:p>
        </p:txBody>
      </p:sp>
      <p:sp>
        <p:nvSpPr>
          <p:cNvPr name="TextBox 15" id="15"/>
          <p:cNvSpPr txBox="true"/>
          <p:nvPr/>
        </p:nvSpPr>
        <p:spPr>
          <a:xfrm>
            <a:off x="4445000" y="20828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1931</a:t>
            </a:r>
          </a:p>
        </p:txBody>
      </p:sp>
      <p:sp>
        <p:nvSpPr>
          <p:cNvPr name="TextBox 16" id="16"/>
          <p:cNvSpPr txBox="true"/>
          <p:nvPr/>
        </p:nvSpPr>
        <p:spPr>
          <a:xfrm>
            <a:off x="2984500" y="23876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diedAt:</a:t>
            </a:r>
          </a:p>
        </p:txBody>
      </p:sp>
      <p:sp>
        <p:nvSpPr>
          <p:cNvPr name="TextBox 17" id="17"/>
          <p:cNvSpPr txBox="true"/>
          <p:nvPr/>
        </p:nvSpPr>
        <p:spPr>
          <a:xfrm>
            <a:off x="4445000" y="23876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Portman Square,London,England</a:t>
            </a:r>
          </a:p>
        </p:txBody>
      </p:sp>
      <p:sp>
        <p:nvSpPr>
          <p:cNvPr name="TextBox 18" id="18"/>
          <p:cNvSpPr txBox="true"/>
          <p:nvPr/>
        </p:nvSpPr>
        <p:spPr>
          <a:xfrm>
            <a:off x="2984500" y="26924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source:</a:t>
            </a:r>
          </a:p>
        </p:txBody>
      </p:sp>
      <p:sp>
        <p:nvSpPr>
          <p:cNvPr name="TextBox 19" id="19"/>
          <p:cNvSpPr txBox="true"/>
          <p:nvPr/>
        </p:nvSpPr>
        <p:spPr>
          <a:xfrm>
            <a:off x="4445000" y="26924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Royal 92 GEDCOM file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2984500" y="2540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link: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4445000" y="2540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  <a:hlinkClick r:id="rId2" tooltip="http://royal-family.bitplan.com/index.php/Victoria_Alexandra_Olga"/>
              </a:rPr>
              <a:t>Victoria Alexandra Olga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2984500" y="5588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name:</a:t>
            </a:r>
          </a:p>
        </p:txBody>
      </p:sp>
      <p:sp>
        <p:nvSpPr>
          <p:cNvPr name="TextBox 5" id="5"/>
          <p:cNvSpPr txBox="true"/>
          <p:nvPr/>
        </p:nvSpPr>
        <p:spPr>
          <a:xfrm>
            <a:off x="4445000" y="5588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Victoria Alexandra Olga</a:t>
            </a:r>
          </a:p>
        </p:txBody>
      </p:sp>
      <p:sp>
        <p:nvSpPr>
          <p:cNvPr name="TextBox 6" id="6"/>
          <p:cNvSpPr txBox="true"/>
          <p:nvPr/>
        </p:nvSpPr>
        <p:spPr>
          <a:xfrm>
            <a:off x="2984500" y="8636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nobleTitle:</a:t>
            </a:r>
          </a:p>
        </p:txBody>
      </p:sp>
      <p:sp>
        <p:nvSpPr>
          <p:cNvPr name="TextBox 7" id="7"/>
          <p:cNvSpPr txBox="true"/>
          <p:nvPr/>
        </p:nvSpPr>
        <p:spPr>
          <a:xfrm>
            <a:off x="4445000" y="8636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Princess Royal</a:t>
            </a:r>
          </a:p>
        </p:txBody>
      </p:sp>
      <p:sp>
        <p:nvSpPr>
          <p:cNvPr name="TextBox 8" id="8"/>
          <p:cNvSpPr txBox="true"/>
          <p:nvPr/>
        </p:nvSpPr>
        <p:spPr>
          <a:xfrm>
            <a:off x="2984500" y="11684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sex:</a:t>
            </a:r>
          </a:p>
        </p:txBody>
      </p:sp>
      <p:sp>
        <p:nvSpPr>
          <p:cNvPr name="TextBox 9" id="9"/>
          <p:cNvSpPr txBox="true"/>
          <p:nvPr/>
        </p:nvSpPr>
        <p:spPr>
          <a:xfrm>
            <a:off x="4445000" y="11684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female</a:t>
            </a:r>
          </a:p>
        </p:txBody>
      </p:sp>
      <p:sp>
        <p:nvSpPr>
          <p:cNvPr name="TextBox 10" id="10"/>
          <p:cNvSpPr txBox="true"/>
          <p:nvPr/>
        </p:nvSpPr>
        <p:spPr>
          <a:xfrm>
            <a:off x="2984500" y="14732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yearBorn:</a:t>
            </a:r>
          </a:p>
        </p:txBody>
      </p:sp>
      <p:sp>
        <p:nvSpPr>
          <p:cNvPr name="TextBox 11" id="11"/>
          <p:cNvSpPr txBox="true"/>
          <p:nvPr/>
        </p:nvSpPr>
        <p:spPr>
          <a:xfrm>
            <a:off x="4445000" y="14732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1868</a:t>
            </a:r>
          </a:p>
        </p:txBody>
      </p:sp>
      <p:sp>
        <p:nvSpPr>
          <p:cNvPr name="TextBox 12" id="12"/>
          <p:cNvSpPr txBox="true"/>
          <p:nvPr/>
        </p:nvSpPr>
        <p:spPr>
          <a:xfrm>
            <a:off x="2984500" y="17780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birthPlace:</a:t>
            </a:r>
          </a:p>
        </p:txBody>
      </p:sp>
      <p:sp>
        <p:nvSpPr>
          <p:cNvPr name="TextBox 13" id="13"/>
          <p:cNvSpPr txBox="true"/>
          <p:nvPr/>
        </p:nvSpPr>
        <p:spPr>
          <a:xfrm>
            <a:off x="4445000" y="17780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Marlborough,House,London,England</a:t>
            </a:r>
          </a:p>
        </p:txBody>
      </p:sp>
      <p:sp>
        <p:nvSpPr>
          <p:cNvPr name="TextBox 14" id="14"/>
          <p:cNvSpPr txBox="true"/>
          <p:nvPr/>
        </p:nvSpPr>
        <p:spPr>
          <a:xfrm>
            <a:off x="2984500" y="20828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yearDied:</a:t>
            </a:r>
          </a:p>
        </p:txBody>
      </p:sp>
      <p:sp>
        <p:nvSpPr>
          <p:cNvPr name="TextBox 15" id="15"/>
          <p:cNvSpPr txBox="true"/>
          <p:nvPr/>
        </p:nvSpPr>
        <p:spPr>
          <a:xfrm>
            <a:off x="4445000" y="20828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1935</a:t>
            </a:r>
          </a:p>
        </p:txBody>
      </p:sp>
      <p:sp>
        <p:nvSpPr>
          <p:cNvPr name="TextBox 16" id="16"/>
          <p:cNvSpPr txBox="true"/>
          <p:nvPr/>
        </p:nvSpPr>
        <p:spPr>
          <a:xfrm>
            <a:off x="2984500" y="23876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diedAt:</a:t>
            </a:r>
          </a:p>
        </p:txBody>
      </p:sp>
      <p:sp>
        <p:nvSpPr>
          <p:cNvPr name="TextBox 17" id="17"/>
          <p:cNvSpPr txBox="true"/>
          <p:nvPr/>
        </p:nvSpPr>
        <p:spPr>
          <a:xfrm>
            <a:off x="4445000" y="23876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Coppins,Iver,Bucks,England</a:t>
            </a:r>
          </a:p>
        </p:txBody>
      </p:sp>
      <p:sp>
        <p:nvSpPr>
          <p:cNvPr name="TextBox 18" id="18"/>
          <p:cNvSpPr txBox="true"/>
          <p:nvPr/>
        </p:nvSpPr>
        <p:spPr>
          <a:xfrm>
            <a:off x="2984500" y="26924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source:</a:t>
            </a:r>
          </a:p>
        </p:txBody>
      </p:sp>
      <p:sp>
        <p:nvSpPr>
          <p:cNvPr name="TextBox 19" id="19"/>
          <p:cNvSpPr txBox="true"/>
          <p:nvPr/>
        </p:nvSpPr>
        <p:spPr>
          <a:xfrm>
            <a:off x="4445000" y="26924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Royal 92 GEDCOM file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2984500" y="2540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link: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4445000" y="2540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  <a:hlinkClick r:id="rId2" tooltip="http://royal-family.bitplan.com/index.php/Maude_Charlotte_Mary"/>
              </a:rPr>
              <a:t>Maude Charlotte Mary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2984500" y="5588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name:</a:t>
            </a:r>
          </a:p>
        </p:txBody>
      </p:sp>
      <p:sp>
        <p:nvSpPr>
          <p:cNvPr name="TextBox 5" id="5"/>
          <p:cNvSpPr txBox="true"/>
          <p:nvPr/>
        </p:nvSpPr>
        <p:spPr>
          <a:xfrm>
            <a:off x="4445000" y="5588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Maude Charlotte Mary</a:t>
            </a:r>
          </a:p>
        </p:txBody>
      </p:sp>
      <p:sp>
        <p:nvSpPr>
          <p:cNvPr name="TextBox 6" id="6"/>
          <p:cNvSpPr txBox="true"/>
          <p:nvPr/>
        </p:nvSpPr>
        <p:spPr>
          <a:xfrm>
            <a:off x="2984500" y="8636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nobleTitle:</a:t>
            </a:r>
          </a:p>
        </p:txBody>
      </p:sp>
      <p:sp>
        <p:nvSpPr>
          <p:cNvPr name="TextBox 7" id="7"/>
          <p:cNvSpPr txBox="true"/>
          <p:nvPr/>
        </p:nvSpPr>
        <p:spPr>
          <a:xfrm>
            <a:off x="4445000" y="8636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Princess</a:t>
            </a:r>
          </a:p>
        </p:txBody>
      </p:sp>
      <p:sp>
        <p:nvSpPr>
          <p:cNvPr name="TextBox 8" id="8"/>
          <p:cNvSpPr txBox="true"/>
          <p:nvPr/>
        </p:nvSpPr>
        <p:spPr>
          <a:xfrm>
            <a:off x="2984500" y="11684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sex:</a:t>
            </a:r>
          </a:p>
        </p:txBody>
      </p:sp>
      <p:sp>
        <p:nvSpPr>
          <p:cNvPr name="TextBox 9" id="9"/>
          <p:cNvSpPr txBox="true"/>
          <p:nvPr/>
        </p:nvSpPr>
        <p:spPr>
          <a:xfrm>
            <a:off x="4445000" y="11684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female</a:t>
            </a:r>
          </a:p>
        </p:txBody>
      </p:sp>
      <p:sp>
        <p:nvSpPr>
          <p:cNvPr name="TextBox 10" id="10"/>
          <p:cNvSpPr txBox="true"/>
          <p:nvPr/>
        </p:nvSpPr>
        <p:spPr>
          <a:xfrm>
            <a:off x="2984500" y="14732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yearBorn:</a:t>
            </a:r>
          </a:p>
        </p:txBody>
      </p:sp>
      <p:sp>
        <p:nvSpPr>
          <p:cNvPr name="TextBox 11" id="11"/>
          <p:cNvSpPr txBox="true"/>
          <p:nvPr/>
        </p:nvSpPr>
        <p:spPr>
          <a:xfrm>
            <a:off x="4445000" y="14732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1869</a:t>
            </a:r>
          </a:p>
        </p:txBody>
      </p:sp>
      <p:sp>
        <p:nvSpPr>
          <p:cNvPr name="TextBox 12" id="12"/>
          <p:cNvSpPr txBox="true"/>
          <p:nvPr/>
        </p:nvSpPr>
        <p:spPr>
          <a:xfrm>
            <a:off x="2984500" y="17780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birthPlace:</a:t>
            </a:r>
          </a:p>
        </p:txBody>
      </p:sp>
      <p:sp>
        <p:nvSpPr>
          <p:cNvPr name="TextBox 13" id="13"/>
          <p:cNvSpPr txBox="true"/>
          <p:nvPr/>
        </p:nvSpPr>
        <p:spPr>
          <a:xfrm>
            <a:off x="4445000" y="17780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Marlborough,House,London,England</a:t>
            </a:r>
          </a:p>
        </p:txBody>
      </p:sp>
      <p:sp>
        <p:nvSpPr>
          <p:cNvPr name="TextBox 14" id="14"/>
          <p:cNvSpPr txBox="true"/>
          <p:nvPr/>
        </p:nvSpPr>
        <p:spPr>
          <a:xfrm>
            <a:off x="2984500" y="20828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yearDied:</a:t>
            </a:r>
          </a:p>
        </p:txBody>
      </p:sp>
      <p:sp>
        <p:nvSpPr>
          <p:cNvPr name="TextBox 15" id="15"/>
          <p:cNvSpPr txBox="true"/>
          <p:nvPr/>
        </p:nvSpPr>
        <p:spPr>
          <a:xfrm>
            <a:off x="4445000" y="20828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1938</a:t>
            </a:r>
          </a:p>
        </p:txBody>
      </p:sp>
      <p:sp>
        <p:nvSpPr>
          <p:cNvPr name="TextBox 16" id="16"/>
          <p:cNvSpPr txBox="true"/>
          <p:nvPr/>
        </p:nvSpPr>
        <p:spPr>
          <a:xfrm>
            <a:off x="2984500" y="23876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diedAt:</a:t>
            </a:r>
          </a:p>
        </p:txBody>
      </p:sp>
      <p:sp>
        <p:nvSpPr>
          <p:cNvPr name="TextBox 17" id="17"/>
          <p:cNvSpPr txBox="true"/>
          <p:nvPr/>
        </p:nvSpPr>
        <p:spPr>
          <a:xfrm>
            <a:off x="4445000" y="23876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London,England</a:t>
            </a:r>
          </a:p>
        </p:txBody>
      </p:sp>
      <p:sp>
        <p:nvSpPr>
          <p:cNvPr name="TextBox 18" id="18"/>
          <p:cNvSpPr txBox="true"/>
          <p:nvPr/>
        </p:nvSpPr>
        <p:spPr>
          <a:xfrm>
            <a:off x="2984500" y="26924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source:</a:t>
            </a:r>
          </a:p>
        </p:txBody>
      </p:sp>
      <p:sp>
        <p:nvSpPr>
          <p:cNvPr name="TextBox 19" id="19"/>
          <p:cNvSpPr txBox="true"/>
          <p:nvPr/>
        </p:nvSpPr>
        <p:spPr>
          <a:xfrm>
            <a:off x="4445000" y="26924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Royal 92 GEDCOM file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2984500" y="2540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link: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4445000" y="2540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  <a:hlinkClick r:id="rId2" tooltip="http://royal-family.bitplan.com/index.php/John_Alexander"/>
              </a:rPr>
              <a:t>John Alexander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2984500" y="5588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name:</a:t>
            </a:r>
          </a:p>
        </p:txBody>
      </p:sp>
      <p:sp>
        <p:nvSpPr>
          <p:cNvPr name="TextBox 5" id="5"/>
          <p:cNvSpPr txBox="true"/>
          <p:nvPr/>
        </p:nvSpPr>
        <p:spPr>
          <a:xfrm>
            <a:off x="4445000" y="5588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John Alexander</a:t>
            </a:r>
          </a:p>
        </p:txBody>
      </p:sp>
      <p:sp>
        <p:nvSpPr>
          <p:cNvPr name="TextBox 6" id="6"/>
          <p:cNvSpPr txBox="true"/>
          <p:nvPr/>
        </p:nvSpPr>
        <p:spPr>
          <a:xfrm>
            <a:off x="2984500" y="8636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nobleTitle:</a:t>
            </a:r>
          </a:p>
        </p:txBody>
      </p:sp>
      <p:sp>
        <p:nvSpPr>
          <p:cNvPr name="TextBox 7" id="7"/>
          <p:cNvSpPr txBox="true"/>
          <p:nvPr/>
        </p:nvSpPr>
        <p:spPr>
          <a:xfrm>
            <a:off x="4445000" y="8636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Princess</a:t>
            </a:r>
          </a:p>
        </p:txBody>
      </p:sp>
      <p:sp>
        <p:nvSpPr>
          <p:cNvPr name="TextBox 8" id="8"/>
          <p:cNvSpPr txBox="true"/>
          <p:nvPr/>
        </p:nvSpPr>
        <p:spPr>
          <a:xfrm>
            <a:off x="2984500" y="11684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sex:</a:t>
            </a:r>
          </a:p>
        </p:txBody>
      </p:sp>
      <p:sp>
        <p:nvSpPr>
          <p:cNvPr name="TextBox 9" id="9"/>
          <p:cNvSpPr txBox="true"/>
          <p:nvPr/>
        </p:nvSpPr>
        <p:spPr>
          <a:xfrm>
            <a:off x="4445000" y="11684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male</a:t>
            </a:r>
          </a:p>
        </p:txBody>
      </p:sp>
      <p:sp>
        <p:nvSpPr>
          <p:cNvPr name="TextBox 10" id="10"/>
          <p:cNvSpPr txBox="true"/>
          <p:nvPr/>
        </p:nvSpPr>
        <p:spPr>
          <a:xfrm>
            <a:off x="2984500" y="14732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yearBorn:</a:t>
            </a:r>
          </a:p>
        </p:txBody>
      </p:sp>
      <p:sp>
        <p:nvSpPr>
          <p:cNvPr name="TextBox 11" id="11"/>
          <p:cNvSpPr txBox="true"/>
          <p:nvPr/>
        </p:nvSpPr>
        <p:spPr>
          <a:xfrm>
            <a:off x="4445000" y="14732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1871</a:t>
            </a:r>
          </a:p>
        </p:txBody>
      </p:sp>
      <p:sp>
        <p:nvSpPr>
          <p:cNvPr name="TextBox 12" id="12"/>
          <p:cNvSpPr txBox="true"/>
          <p:nvPr/>
        </p:nvSpPr>
        <p:spPr>
          <a:xfrm>
            <a:off x="2984500" y="17780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yearDied:</a:t>
            </a:r>
          </a:p>
        </p:txBody>
      </p:sp>
      <p:sp>
        <p:nvSpPr>
          <p:cNvPr name="TextBox 13" id="13"/>
          <p:cNvSpPr txBox="true"/>
          <p:nvPr/>
        </p:nvSpPr>
        <p:spPr>
          <a:xfrm>
            <a:off x="4445000" y="17780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1871</a:t>
            </a:r>
          </a:p>
        </p:txBody>
      </p:sp>
      <p:sp>
        <p:nvSpPr>
          <p:cNvPr name="TextBox 14" id="14"/>
          <p:cNvSpPr txBox="true"/>
          <p:nvPr/>
        </p:nvSpPr>
        <p:spPr>
          <a:xfrm>
            <a:off x="2984500" y="20828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source:</a:t>
            </a:r>
          </a:p>
        </p:txBody>
      </p:sp>
      <p:sp>
        <p:nvSpPr>
          <p:cNvPr name="TextBox 15" id="15"/>
          <p:cNvSpPr txBox="true"/>
          <p:nvPr/>
        </p:nvSpPr>
        <p:spPr>
          <a:xfrm>
            <a:off x="4445000" y="20828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Royal 92 GEDCOM file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2984500" y="2540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link: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4445000" y="2540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  <a:hlinkClick r:id="rId2" tooltip="http://royal-family.bitplan.com/index.php/Victoria_Alberta_of_Hesse"/>
              </a:rPr>
              <a:t>Victoria Alberta of_Hesse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2984500" y="5588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name:</a:t>
            </a:r>
          </a:p>
        </p:txBody>
      </p:sp>
      <p:sp>
        <p:nvSpPr>
          <p:cNvPr name="TextBox 5" id="5"/>
          <p:cNvSpPr txBox="true"/>
          <p:nvPr/>
        </p:nvSpPr>
        <p:spPr>
          <a:xfrm>
            <a:off x="4445000" y="5588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Victoria Alberta of_Hesse</a:t>
            </a:r>
          </a:p>
        </p:txBody>
      </p:sp>
      <p:sp>
        <p:nvSpPr>
          <p:cNvPr name="TextBox 6" id="6"/>
          <p:cNvSpPr txBox="true"/>
          <p:nvPr/>
        </p:nvSpPr>
        <p:spPr>
          <a:xfrm>
            <a:off x="2984500" y="8636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nobleTitle:</a:t>
            </a:r>
          </a:p>
        </p:txBody>
      </p:sp>
      <p:sp>
        <p:nvSpPr>
          <p:cNvPr name="TextBox 7" id="7"/>
          <p:cNvSpPr txBox="true"/>
          <p:nvPr/>
        </p:nvSpPr>
        <p:spPr>
          <a:xfrm>
            <a:off x="4445000" y="8636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Princess</a:t>
            </a:r>
          </a:p>
        </p:txBody>
      </p:sp>
      <p:sp>
        <p:nvSpPr>
          <p:cNvPr name="TextBox 8" id="8"/>
          <p:cNvSpPr txBox="true"/>
          <p:nvPr/>
        </p:nvSpPr>
        <p:spPr>
          <a:xfrm>
            <a:off x="2984500" y="11684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sex:</a:t>
            </a:r>
          </a:p>
        </p:txBody>
      </p:sp>
      <p:sp>
        <p:nvSpPr>
          <p:cNvPr name="TextBox 9" id="9"/>
          <p:cNvSpPr txBox="true"/>
          <p:nvPr/>
        </p:nvSpPr>
        <p:spPr>
          <a:xfrm>
            <a:off x="4445000" y="11684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female</a:t>
            </a:r>
          </a:p>
        </p:txBody>
      </p:sp>
      <p:sp>
        <p:nvSpPr>
          <p:cNvPr name="TextBox 10" id="10"/>
          <p:cNvSpPr txBox="true"/>
          <p:nvPr/>
        </p:nvSpPr>
        <p:spPr>
          <a:xfrm>
            <a:off x="2984500" y="14732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yearBorn:</a:t>
            </a:r>
          </a:p>
        </p:txBody>
      </p:sp>
      <p:sp>
        <p:nvSpPr>
          <p:cNvPr name="TextBox 11" id="11"/>
          <p:cNvSpPr txBox="true"/>
          <p:nvPr/>
        </p:nvSpPr>
        <p:spPr>
          <a:xfrm>
            <a:off x="4445000" y="14732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1863</a:t>
            </a:r>
          </a:p>
        </p:txBody>
      </p:sp>
      <p:sp>
        <p:nvSpPr>
          <p:cNvPr name="TextBox 12" id="12"/>
          <p:cNvSpPr txBox="true"/>
          <p:nvPr/>
        </p:nvSpPr>
        <p:spPr>
          <a:xfrm>
            <a:off x="2984500" y="17780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yearDied:</a:t>
            </a:r>
          </a:p>
        </p:txBody>
      </p:sp>
      <p:sp>
        <p:nvSpPr>
          <p:cNvPr name="TextBox 13" id="13"/>
          <p:cNvSpPr txBox="true"/>
          <p:nvPr/>
        </p:nvSpPr>
        <p:spPr>
          <a:xfrm>
            <a:off x="4445000" y="17780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1950</a:t>
            </a:r>
          </a:p>
        </p:txBody>
      </p:sp>
      <p:sp>
        <p:nvSpPr>
          <p:cNvPr name="TextBox 14" id="14"/>
          <p:cNvSpPr txBox="true"/>
          <p:nvPr/>
        </p:nvSpPr>
        <p:spPr>
          <a:xfrm>
            <a:off x="2984500" y="20828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source:</a:t>
            </a:r>
          </a:p>
        </p:txBody>
      </p:sp>
      <p:sp>
        <p:nvSpPr>
          <p:cNvPr name="TextBox 15" id="15"/>
          <p:cNvSpPr txBox="true"/>
          <p:nvPr/>
        </p:nvSpPr>
        <p:spPr>
          <a:xfrm>
            <a:off x="4445000" y="20828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Royal 92 GEDCOM file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2984500" y="2540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link: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4445000" y="2540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  <a:hlinkClick r:id="rId2" tooltip="http://royal-family.bitplan.com/index.php/Alexandra_Fedorovna_'Alix'"/>
              </a:rPr>
              <a:t>Alexandra Fedorovna 'Alix'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2984500" y="5588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name:</a:t>
            </a:r>
          </a:p>
        </p:txBody>
      </p:sp>
      <p:sp>
        <p:nvSpPr>
          <p:cNvPr name="TextBox 5" id="5"/>
          <p:cNvSpPr txBox="true"/>
          <p:nvPr/>
        </p:nvSpPr>
        <p:spPr>
          <a:xfrm>
            <a:off x="4445000" y="5588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Alexandra Fedorovna 'Alix'</a:t>
            </a:r>
          </a:p>
        </p:txBody>
      </p:sp>
      <p:sp>
        <p:nvSpPr>
          <p:cNvPr name="TextBox 6" id="6"/>
          <p:cNvSpPr txBox="true"/>
          <p:nvPr/>
        </p:nvSpPr>
        <p:spPr>
          <a:xfrm>
            <a:off x="2984500" y="8636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nobleTitle:</a:t>
            </a:r>
          </a:p>
        </p:txBody>
      </p:sp>
      <p:sp>
        <p:nvSpPr>
          <p:cNvPr name="TextBox 7" id="7"/>
          <p:cNvSpPr txBox="true"/>
          <p:nvPr/>
        </p:nvSpPr>
        <p:spPr>
          <a:xfrm>
            <a:off x="4445000" y="8636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Tsarina</a:t>
            </a:r>
          </a:p>
        </p:txBody>
      </p:sp>
      <p:sp>
        <p:nvSpPr>
          <p:cNvPr name="TextBox 8" id="8"/>
          <p:cNvSpPr txBox="true"/>
          <p:nvPr/>
        </p:nvSpPr>
        <p:spPr>
          <a:xfrm>
            <a:off x="2984500" y="11684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sex:</a:t>
            </a:r>
          </a:p>
        </p:txBody>
      </p:sp>
      <p:sp>
        <p:nvSpPr>
          <p:cNvPr name="TextBox 9" id="9"/>
          <p:cNvSpPr txBox="true"/>
          <p:nvPr/>
        </p:nvSpPr>
        <p:spPr>
          <a:xfrm>
            <a:off x="4445000" y="11684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female</a:t>
            </a:r>
          </a:p>
        </p:txBody>
      </p:sp>
      <p:sp>
        <p:nvSpPr>
          <p:cNvPr name="TextBox 10" id="10"/>
          <p:cNvSpPr txBox="true"/>
          <p:nvPr/>
        </p:nvSpPr>
        <p:spPr>
          <a:xfrm>
            <a:off x="2984500" y="14732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yearBorn:</a:t>
            </a:r>
          </a:p>
        </p:txBody>
      </p:sp>
      <p:sp>
        <p:nvSpPr>
          <p:cNvPr name="TextBox 11" id="11"/>
          <p:cNvSpPr txBox="true"/>
          <p:nvPr/>
        </p:nvSpPr>
        <p:spPr>
          <a:xfrm>
            <a:off x="4445000" y="14732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1872</a:t>
            </a:r>
          </a:p>
        </p:txBody>
      </p:sp>
      <p:sp>
        <p:nvSpPr>
          <p:cNvPr name="TextBox 12" id="12"/>
          <p:cNvSpPr txBox="true"/>
          <p:nvPr/>
        </p:nvSpPr>
        <p:spPr>
          <a:xfrm>
            <a:off x="2984500" y="17780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birthPlace:</a:t>
            </a:r>
          </a:p>
        </p:txBody>
      </p:sp>
      <p:sp>
        <p:nvSpPr>
          <p:cNvPr name="TextBox 13" id="13"/>
          <p:cNvSpPr txBox="true"/>
          <p:nvPr/>
        </p:nvSpPr>
        <p:spPr>
          <a:xfrm>
            <a:off x="4445000" y="17780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Darmstadt,,,Germany</a:t>
            </a:r>
          </a:p>
        </p:txBody>
      </p:sp>
      <p:sp>
        <p:nvSpPr>
          <p:cNvPr name="TextBox 14" id="14"/>
          <p:cNvSpPr txBox="true"/>
          <p:nvPr/>
        </p:nvSpPr>
        <p:spPr>
          <a:xfrm>
            <a:off x="2984500" y="20828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yearDied:</a:t>
            </a:r>
          </a:p>
        </p:txBody>
      </p:sp>
      <p:sp>
        <p:nvSpPr>
          <p:cNvPr name="TextBox 15" id="15"/>
          <p:cNvSpPr txBox="true"/>
          <p:nvPr/>
        </p:nvSpPr>
        <p:spPr>
          <a:xfrm>
            <a:off x="4445000" y="20828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1918</a:t>
            </a:r>
          </a:p>
        </p:txBody>
      </p:sp>
      <p:sp>
        <p:nvSpPr>
          <p:cNvPr name="TextBox 16" id="16"/>
          <p:cNvSpPr txBox="true"/>
          <p:nvPr/>
        </p:nvSpPr>
        <p:spPr>
          <a:xfrm>
            <a:off x="2984500" y="23876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diedAt:</a:t>
            </a:r>
          </a:p>
        </p:txBody>
      </p:sp>
      <p:sp>
        <p:nvSpPr>
          <p:cNvPr name="TextBox 17" id="17"/>
          <p:cNvSpPr txBox="true"/>
          <p:nvPr/>
        </p:nvSpPr>
        <p:spPr>
          <a:xfrm>
            <a:off x="4445000" y="23876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Ekaterinburg,,,Russia</a:t>
            </a:r>
          </a:p>
        </p:txBody>
      </p:sp>
      <p:sp>
        <p:nvSpPr>
          <p:cNvPr name="TextBox 18" id="18"/>
          <p:cNvSpPr txBox="true"/>
          <p:nvPr/>
        </p:nvSpPr>
        <p:spPr>
          <a:xfrm>
            <a:off x="2984500" y="26924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source:</a:t>
            </a:r>
          </a:p>
        </p:txBody>
      </p:sp>
      <p:sp>
        <p:nvSpPr>
          <p:cNvPr name="TextBox 19" id="19"/>
          <p:cNvSpPr txBox="true"/>
          <p:nvPr/>
        </p:nvSpPr>
        <p:spPr>
          <a:xfrm>
            <a:off x="4445000" y="26924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Royal 92 GEDCOM file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2984500" y="2540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link: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4445000" y="2540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  <a:hlinkClick r:id="rId2" tooltip="http://royal-family.bitplan.com/index.php/Irene_of_Hesse"/>
              </a:rPr>
              <a:t>Irene of_Hesse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2984500" y="5588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name:</a:t>
            </a:r>
          </a:p>
        </p:txBody>
      </p:sp>
      <p:sp>
        <p:nvSpPr>
          <p:cNvPr name="TextBox 5" id="5"/>
          <p:cNvSpPr txBox="true"/>
          <p:nvPr/>
        </p:nvSpPr>
        <p:spPr>
          <a:xfrm>
            <a:off x="4445000" y="5588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Irene of_Hesse</a:t>
            </a:r>
          </a:p>
        </p:txBody>
      </p:sp>
      <p:sp>
        <p:nvSpPr>
          <p:cNvPr name="TextBox 6" id="6"/>
          <p:cNvSpPr txBox="true"/>
          <p:nvPr/>
        </p:nvSpPr>
        <p:spPr>
          <a:xfrm>
            <a:off x="2984500" y="8636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nobleTitle:</a:t>
            </a:r>
          </a:p>
        </p:txBody>
      </p:sp>
      <p:sp>
        <p:nvSpPr>
          <p:cNvPr name="TextBox 7" id="7"/>
          <p:cNvSpPr txBox="true"/>
          <p:nvPr/>
        </p:nvSpPr>
        <p:spPr>
          <a:xfrm>
            <a:off x="4445000" y="8636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Princess</a:t>
            </a:r>
          </a:p>
        </p:txBody>
      </p:sp>
      <p:sp>
        <p:nvSpPr>
          <p:cNvPr name="TextBox 8" id="8"/>
          <p:cNvSpPr txBox="true"/>
          <p:nvPr/>
        </p:nvSpPr>
        <p:spPr>
          <a:xfrm>
            <a:off x="2984500" y="11684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sex:</a:t>
            </a:r>
          </a:p>
        </p:txBody>
      </p:sp>
      <p:sp>
        <p:nvSpPr>
          <p:cNvPr name="TextBox 9" id="9"/>
          <p:cNvSpPr txBox="true"/>
          <p:nvPr/>
        </p:nvSpPr>
        <p:spPr>
          <a:xfrm>
            <a:off x="4445000" y="11684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female</a:t>
            </a:r>
          </a:p>
        </p:txBody>
      </p:sp>
      <p:sp>
        <p:nvSpPr>
          <p:cNvPr name="TextBox 10" id="10"/>
          <p:cNvSpPr txBox="true"/>
          <p:nvPr/>
        </p:nvSpPr>
        <p:spPr>
          <a:xfrm>
            <a:off x="2984500" y="14732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yearBorn:</a:t>
            </a:r>
          </a:p>
        </p:txBody>
      </p:sp>
      <p:sp>
        <p:nvSpPr>
          <p:cNvPr name="TextBox 11" id="11"/>
          <p:cNvSpPr txBox="true"/>
          <p:nvPr/>
        </p:nvSpPr>
        <p:spPr>
          <a:xfrm>
            <a:off x="4445000" y="14732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1866</a:t>
            </a:r>
          </a:p>
        </p:txBody>
      </p:sp>
      <p:sp>
        <p:nvSpPr>
          <p:cNvPr name="TextBox 12" id="12"/>
          <p:cNvSpPr txBox="true"/>
          <p:nvPr/>
        </p:nvSpPr>
        <p:spPr>
          <a:xfrm>
            <a:off x="2984500" y="17780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yearDied:</a:t>
            </a:r>
          </a:p>
        </p:txBody>
      </p:sp>
      <p:sp>
        <p:nvSpPr>
          <p:cNvPr name="TextBox 13" id="13"/>
          <p:cNvSpPr txBox="true"/>
          <p:nvPr/>
        </p:nvSpPr>
        <p:spPr>
          <a:xfrm>
            <a:off x="4445000" y="17780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1953</a:t>
            </a:r>
          </a:p>
        </p:txBody>
      </p:sp>
      <p:sp>
        <p:nvSpPr>
          <p:cNvPr name="TextBox 14" id="14"/>
          <p:cNvSpPr txBox="true"/>
          <p:nvPr/>
        </p:nvSpPr>
        <p:spPr>
          <a:xfrm>
            <a:off x="2984500" y="20828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source:</a:t>
            </a:r>
          </a:p>
        </p:txBody>
      </p:sp>
      <p:sp>
        <p:nvSpPr>
          <p:cNvPr name="TextBox 15" id="15"/>
          <p:cNvSpPr txBox="true"/>
          <p:nvPr/>
        </p:nvSpPr>
        <p:spPr>
          <a:xfrm>
            <a:off x="4445000" y="20828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Royal 92 GEDCOM file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2984500" y="2540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link: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4445000" y="2540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  <a:hlinkClick r:id="rId2" tooltip="http://royal-family.bitplan.com/index.php/Ernest_Louis_of_Hesse"/>
              </a:rPr>
              <a:t>Ernest Louis of_Hesse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2984500" y="5588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name:</a:t>
            </a:r>
          </a:p>
        </p:txBody>
      </p:sp>
      <p:sp>
        <p:nvSpPr>
          <p:cNvPr name="TextBox 5" id="5"/>
          <p:cNvSpPr txBox="true"/>
          <p:nvPr/>
        </p:nvSpPr>
        <p:spPr>
          <a:xfrm>
            <a:off x="4445000" y="5588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Ernest Louis of_Hesse</a:t>
            </a:r>
          </a:p>
        </p:txBody>
      </p:sp>
      <p:sp>
        <p:nvSpPr>
          <p:cNvPr name="TextBox 6" id="6"/>
          <p:cNvSpPr txBox="true"/>
          <p:nvPr/>
        </p:nvSpPr>
        <p:spPr>
          <a:xfrm>
            <a:off x="2984500" y="8636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nobleTitle:</a:t>
            </a:r>
          </a:p>
        </p:txBody>
      </p:sp>
      <p:sp>
        <p:nvSpPr>
          <p:cNvPr name="TextBox 7" id="7"/>
          <p:cNvSpPr txBox="true"/>
          <p:nvPr/>
        </p:nvSpPr>
        <p:spPr>
          <a:xfrm>
            <a:off x="4445000" y="8636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Grand Duke</a:t>
            </a:r>
          </a:p>
        </p:txBody>
      </p:sp>
      <p:sp>
        <p:nvSpPr>
          <p:cNvPr name="TextBox 8" id="8"/>
          <p:cNvSpPr txBox="true"/>
          <p:nvPr/>
        </p:nvSpPr>
        <p:spPr>
          <a:xfrm>
            <a:off x="2984500" y="11684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sex:</a:t>
            </a:r>
          </a:p>
        </p:txBody>
      </p:sp>
      <p:sp>
        <p:nvSpPr>
          <p:cNvPr name="TextBox 9" id="9"/>
          <p:cNvSpPr txBox="true"/>
          <p:nvPr/>
        </p:nvSpPr>
        <p:spPr>
          <a:xfrm>
            <a:off x="4445000" y="11684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male</a:t>
            </a:r>
          </a:p>
        </p:txBody>
      </p:sp>
      <p:sp>
        <p:nvSpPr>
          <p:cNvPr name="TextBox 10" id="10"/>
          <p:cNvSpPr txBox="true"/>
          <p:nvPr/>
        </p:nvSpPr>
        <p:spPr>
          <a:xfrm>
            <a:off x="2984500" y="14732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yearBorn:</a:t>
            </a:r>
          </a:p>
        </p:txBody>
      </p:sp>
      <p:sp>
        <p:nvSpPr>
          <p:cNvPr name="TextBox 11" id="11"/>
          <p:cNvSpPr txBox="true"/>
          <p:nvPr/>
        </p:nvSpPr>
        <p:spPr>
          <a:xfrm>
            <a:off x="4445000" y="14732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1868</a:t>
            </a:r>
          </a:p>
        </p:txBody>
      </p:sp>
      <p:sp>
        <p:nvSpPr>
          <p:cNvPr name="TextBox 12" id="12"/>
          <p:cNvSpPr txBox="true"/>
          <p:nvPr/>
        </p:nvSpPr>
        <p:spPr>
          <a:xfrm>
            <a:off x="2984500" y="17780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yearDied:</a:t>
            </a:r>
          </a:p>
        </p:txBody>
      </p:sp>
      <p:sp>
        <p:nvSpPr>
          <p:cNvPr name="TextBox 13" id="13"/>
          <p:cNvSpPr txBox="true"/>
          <p:nvPr/>
        </p:nvSpPr>
        <p:spPr>
          <a:xfrm>
            <a:off x="4445000" y="17780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1937</a:t>
            </a:r>
          </a:p>
        </p:txBody>
      </p:sp>
      <p:sp>
        <p:nvSpPr>
          <p:cNvPr name="TextBox 14" id="14"/>
          <p:cNvSpPr txBox="true"/>
          <p:nvPr/>
        </p:nvSpPr>
        <p:spPr>
          <a:xfrm>
            <a:off x="2984500" y="20828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source:</a:t>
            </a:r>
          </a:p>
        </p:txBody>
      </p:sp>
      <p:sp>
        <p:nvSpPr>
          <p:cNvPr name="TextBox 15" id="15"/>
          <p:cNvSpPr txBox="true"/>
          <p:nvPr/>
        </p:nvSpPr>
        <p:spPr>
          <a:xfrm>
            <a:off x="4445000" y="20828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Royal 92 GEDCOM file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2984500" y="2540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link: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4445000" y="2540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  <a:hlinkClick r:id="rId2" tooltip="http://royal-family.bitplan.com/index.php/Elizabeth_'Ella'"/>
              </a:rPr>
              <a:t>Elizabeth 'Ella'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2984500" y="5588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name:</a:t>
            </a:r>
          </a:p>
        </p:txBody>
      </p:sp>
      <p:sp>
        <p:nvSpPr>
          <p:cNvPr name="TextBox 5" id="5"/>
          <p:cNvSpPr txBox="true"/>
          <p:nvPr/>
        </p:nvSpPr>
        <p:spPr>
          <a:xfrm>
            <a:off x="4445000" y="5588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Elizabeth 'Ella'</a:t>
            </a:r>
          </a:p>
        </p:txBody>
      </p:sp>
      <p:sp>
        <p:nvSpPr>
          <p:cNvPr name="TextBox 6" id="6"/>
          <p:cNvSpPr txBox="true"/>
          <p:nvPr/>
        </p:nvSpPr>
        <p:spPr>
          <a:xfrm>
            <a:off x="2984500" y="8636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nobleTitle:</a:t>
            </a:r>
          </a:p>
        </p:txBody>
      </p:sp>
      <p:sp>
        <p:nvSpPr>
          <p:cNvPr name="TextBox 7" id="7"/>
          <p:cNvSpPr txBox="true"/>
          <p:nvPr/>
        </p:nvSpPr>
        <p:spPr>
          <a:xfrm>
            <a:off x="4445000" y="8636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Grand Duchess</a:t>
            </a:r>
          </a:p>
        </p:txBody>
      </p:sp>
      <p:sp>
        <p:nvSpPr>
          <p:cNvPr name="TextBox 8" id="8"/>
          <p:cNvSpPr txBox="true"/>
          <p:nvPr/>
        </p:nvSpPr>
        <p:spPr>
          <a:xfrm>
            <a:off x="2984500" y="11684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sex:</a:t>
            </a:r>
          </a:p>
        </p:txBody>
      </p:sp>
      <p:sp>
        <p:nvSpPr>
          <p:cNvPr name="TextBox 9" id="9"/>
          <p:cNvSpPr txBox="true"/>
          <p:nvPr/>
        </p:nvSpPr>
        <p:spPr>
          <a:xfrm>
            <a:off x="4445000" y="11684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female</a:t>
            </a:r>
          </a:p>
        </p:txBody>
      </p:sp>
      <p:sp>
        <p:nvSpPr>
          <p:cNvPr name="TextBox 10" id="10"/>
          <p:cNvSpPr txBox="true"/>
          <p:nvPr/>
        </p:nvSpPr>
        <p:spPr>
          <a:xfrm>
            <a:off x="2984500" y="14732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yearBorn:</a:t>
            </a:r>
          </a:p>
        </p:txBody>
      </p:sp>
      <p:sp>
        <p:nvSpPr>
          <p:cNvPr name="TextBox 11" id="11"/>
          <p:cNvSpPr txBox="true"/>
          <p:nvPr/>
        </p:nvSpPr>
        <p:spPr>
          <a:xfrm>
            <a:off x="4445000" y="14732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1864</a:t>
            </a:r>
          </a:p>
        </p:txBody>
      </p:sp>
      <p:sp>
        <p:nvSpPr>
          <p:cNvPr name="TextBox 12" id="12"/>
          <p:cNvSpPr txBox="true"/>
          <p:nvPr/>
        </p:nvSpPr>
        <p:spPr>
          <a:xfrm>
            <a:off x="2984500" y="17780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yearDied:</a:t>
            </a:r>
          </a:p>
        </p:txBody>
      </p:sp>
      <p:sp>
        <p:nvSpPr>
          <p:cNvPr name="TextBox 13" id="13"/>
          <p:cNvSpPr txBox="true"/>
          <p:nvPr/>
        </p:nvSpPr>
        <p:spPr>
          <a:xfrm>
            <a:off x="4445000" y="17780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1918</a:t>
            </a:r>
          </a:p>
        </p:txBody>
      </p:sp>
      <p:sp>
        <p:nvSpPr>
          <p:cNvPr name="TextBox 14" id="14"/>
          <p:cNvSpPr txBox="true"/>
          <p:nvPr/>
        </p:nvSpPr>
        <p:spPr>
          <a:xfrm>
            <a:off x="2984500" y="20828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diedAt:</a:t>
            </a:r>
          </a:p>
        </p:txBody>
      </p:sp>
      <p:sp>
        <p:nvSpPr>
          <p:cNvPr name="TextBox 15" id="15"/>
          <p:cNvSpPr txBox="true"/>
          <p:nvPr/>
        </p:nvSpPr>
        <p:spPr>
          <a:xfrm>
            <a:off x="4445000" y="20828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Alapayevsk,Ural Mts.,,Russia</a:t>
            </a:r>
          </a:p>
        </p:txBody>
      </p:sp>
      <p:sp>
        <p:nvSpPr>
          <p:cNvPr name="TextBox 16" id="16"/>
          <p:cNvSpPr txBox="true"/>
          <p:nvPr/>
        </p:nvSpPr>
        <p:spPr>
          <a:xfrm>
            <a:off x="2984500" y="23876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source:</a:t>
            </a:r>
          </a:p>
        </p:txBody>
      </p:sp>
      <p:sp>
        <p:nvSpPr>
          <p:cNvPr name="TextBox 17" id="17"/>
          <p:cNvSpPr txBox="true"/>
          <p:nvPr/>
        </p:nvSpPr>
        <p:spPr>
          <a:xfrm>
            <a:off x="4445000" y="23876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Royal 92 GEDCOM file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2984500" y="2540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link: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4445000" y="2540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  <a:hlinkClick r:id="rId2" tooltip="http://royal-family.bitplan.com/index.php/Mary_'May'"/>
              </a:rPr>
              <a:t>Mary 'May'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2984500" y="5588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name:</a:t>
            </a:r>
          </a:p>
        </p:txBody>
      </p:sp>
      <p:sp>
        <p:nvSpPr>
          <p:cNvPr name="TextBox 5" id="5"/>
          <p:cNvSpPr txBox="true"/>
          <p:nvPr/>
        </p:nvSpPr>
        <p:spPr>
          <a:xfrm>
            <a:off x="4445000" y="5588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Mary 'May'</a:t>
            </a:r>
          </a:p>
        </p:txBody>
      </p:sp>
      <p:sp>
        <p:nvSpPr>
          <p:cNvPr name="TextBox 6" id="6"/>
          <p:cNvSpPr txBox="true"/>
          <p:nvPr/>
        </p:nvSpPr>
        <p:spPr>
          <a:xfrm>
            <a:off x="2984500" y="8636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nobleTitle:</a:t>
            </a:r>
          </a:p>
        </p:txBody>
      </p:sp>
      <p:sp>
        <p:nvSpPr>
          <p:cNvPr name="TextBox 7" id="7"/>
          <p:cNvSpPr txBox="true"/>
          <p:nvPr/>
        </p:nvSpPr>
        <p:spPr>
          <a:xfrm>
            <a:off x="4445000" y="8636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Grand Duchess</a:t>
            </a:r>
          </a:p>
        </p:txBody>
      </p:sp>
      <p:sp>
        <p:nvSpPr>
          <p:cNvPr name="TextBox 8" id="8"/>
          <p:cNvSpPr txBox="true"/>
          <p:nvPr/>
        </p:nvSpPr>
        <p:spPr>
          <a:xfrm>
            <a:off x="2984500" y="11684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sex:</a:t>
            </a:r>
          </a:p>
        </p:txBody>
      </p:sp>
      <p:sp>
        <p:nvSpPr>
          <p:cNvPr name="TextBox 9" id="9"/>
          <p:cNvSpPr txBox="true"/>
          <p:nvPr/>
        </p:nvSpPr>
        <p:spPr>
          <a:xfrm>
            <a:off x="4445000" y="11684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female</a:t>
            </a:r>
          </a:p>
        </p:txBody>
      </p:sp>
      <p:sp>
        <p:nvSpPr>
          <p:cNvPr name="TextBox 10" id="10"/>
          <p:cNvSpPr txBox="true"/>
          <p:nvPr/>
        </p:nvSpPr>
        <p:spPr>
          <a:xfrm>
            <a:off x="2984500" y="14732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yearBorn:</a:t>
            </a:r>
          </a:p>
        </p:txBody>
      </p:sp>
      <p:sp>
        <p:nvSpPr>
          <p:cNvPr name="TextBox 11" id="11"/>
          <p:cNvSpPr txBox="true"/>
          <p:nvPr/>
        </p:nvSpPr>
        <p:spPr>
          <a:xfrm>
            <a:off x="4445000" y="14732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1874</a:t>
            </a:r>
          </a:p>
        </p:txBody>
      </p:sp>
      <p:sp>
        <p:nvSpPr>
          <p:cNvPr name="TextBox 12" id="12"/>
          <p:cNvSpPr txBox="true"/>
          <p:nvPr/>
        </p:nvSpPr>
        <p:spPr>
          <a:xfrm>
            <a:off x="2984500" y="17780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yearDied:</a:t>
            </a:r>
          </a:p>
        </p:txBody>
      </p:sp>
      <p:sp>
        <p:nvSpPr>
          <p:cNvPr name="TextBox 13" id="13"/>
          <p:cNvSpPr txBox="true"/>
          <p:nvPr/>
        </p:nvSpPr>
        <p:spPr>
          <a:xfrm>
            <a:off x="4445000" y="17780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1878</a:t>
            </a:r>
          </a:p>
        </p:txBody>
      </p:sp>
      <p:sp>
        <p:nvSpPr>
          <p:cNvPr name="TextBox 14" id="14"/>
          <p:cNvSpPr txBox="true"/>
          <p:nvPr/>
        </p:nvSpPr>
        <p:spPr>
          <a:xfrm>
            <a:off x="2984500" y="20828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diedAt:</a:t>
            </a:r>
          </a:p>
        </p:txBody>
      </p:sp>
      <p:sp>
        <p:nvSpPr>
          <p:cNvPr name="TextBox 15" id="15"/>
          <p:cNvSpPr txBox="true"/>
          <p:nvPr/>
        </p:nvSpPr>
        <p:spPr>
          <a:xfrm>
            <a:off x="4445000" y="20828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Hesse-Darmstadt,Palace,,Germany</a:t>
            </a:r>
          </a:p>
        </p:txBody>
      </p:sp>
      <p:sp>
        <p:nvSpPr>
          <p:cNvPr name="TextBox 16" id="16"/>
          <p:cNvSpPr txBox="true"/>
          <p:nvPr/>
        </p:nvSpPr>
        <p:spPr>
          <a:xfrm>
            <a:off x="2984500" y="23876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source:</a:t>
            </a:r>
          </a:p>
        </p:txBody>
      </p:sp>
      <p:sp>
        <p:nvSpPr>
          <p:cNvPr name="TextBox 17" id="17"/>
          <p:cNvSpPr txBox="true"/>
          <p:nvPr/>
        </p:nvSpPr>
        <p:spPr>
          <a:xfrm>
            <a:off x="4445000" y="23876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Royal 92 GEDCOM file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2984500" y="2540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link: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4445000" y="2540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  <a:hlinkClick r:id="rId2" tooltip="http://royal-family.bitplan.com/index.php/Frederick"/>
              </a:rPr>
              <a:t>Frederick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2984500" y="5588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name:</a:t>
            </a:r>
          </a:p>
        </p:txBody>
      </p:sp>
      <p:sp>
        <p:nvSpPr>
          <p:cNvPr name="TextBox 5" id="5"/>
          <p:cNvSpPr txBox="true"/>
          <p:nvPr/>
        </p:nvSpPr>
        <p:spPr>
          <a:xfrm>
            <a:off x="4445000" y="5588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Frederick</a:t>
            </a:r>
          </a:p>
        </p:txBody>
      </p:sp>
      <p:sp>
        <p:nvSpPr>
          <p:cNvPr name="TextBox 6" id="6"/>
          <p:cNvSpPr txBox="true"/>
          <p:nvPr/>
        </p:nvSpPr>
        <p:spPr>
          <a:xfrm>
            <a:off x="2984500" y="8636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nobleTitle:</a:t>
            </a:r>
          </a:p>
        </p:txBody>
      </p:sp>
      <p:sp>
        <p:nvSpPr>
          <p:cNvPr name="TextBox 7" id="7"/>
          <p:cNvSpPr txBox="true"/>
          <p:nvPr/>
        </p:nvSpPr>
        <p:spPr>
          <a:xfrm>
            <a:off x="4445000" y="8636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Grand Duchess</a:t>
            </a:r>
          </a:p>
        </p:txBody>
      </p:sp>
      <p:sp>
        <p:nvSpPr>
          <p:cNvPr name="TextBox 8" id="8"/>
          <p:cNvSpPr txBox="true"/>
          <p:nvPr/>
        </p:nvSpPr>
        <p:spPr>
          <a:xfrm>
            <a:off x="2984500" y="11684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sex:</a:t>
            </a:r>
          </a:p>
        </p:txBody>
      </p:sp>
      <p:sp>
        <p:nvSpPr>
          <p:cNvPr name="TextBox 9" id="9"/>
          <p:cNvSpPr txBox="true"/>
          <p:nvPr/>
        </p:nvSpPr>
        <p:spPr>
          <a:xfrm>
            <a:off x="4445000" y="11684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male</a:t>
            </a:r>
          </a:p>
        </p:txBody>
      </p:sp>
      <p:sp>
        <p:nvSpPr>
          <p:cNvPr name="TextBox 10" id="10"/>
          <p:cNvSpPr txBox="true"/>
          <p:nvPr/>
        </p:nvSpPr>
        <p:spPr>
          <a:xfrm>
            <a:off x="2984500" y="14732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yearBorn:</a:t>
            </a:r>
          </a:p>
        </p:txBody>
      </p:sp>
      <p:sp>
        <p:nvSpPr>
          <p:cNvPr name="TextBox 11" id="11"/>
          <p:cNvSpPr txBox="true"/>
          <p:nvPr/>
        </p:nvSpPr>
        <p:spPr>
          <a:xfrm>
            <a:off x="4445000" y="14732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1870</a:t>
            </a:r>
          </a:p>
        </p:txBody>
      </p:sp>
      <p:sp>
        <p:nvSpPr>
          <p:cNvPr name="TextBox 12" id="12"/>
          <p:cNvSpPr txBox="true"/>
          <p:nvPr/>
        </p:nvSpPr>
        <p:spPr>
          <a:xfrm>
            <a:off x="2984500" y="17780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yearDied:</a:t>
            </a:r>
          </a:p>
        </p:txBody>
      </p:sp>
      <p:sp>
        <p:nvSpPr>
          <p:cNvPr name="TextBox 13" id="13"/>
          <p:cNvSpPr txBox="true"/>
          <p:nvPr/>
        </p:nvSpPr>
        <p:spPr>
          <a:xfrm>
            <a:off x="4445000" y="17780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1873</a:t>
            </a:r>
          </a:p>
        </p:txBody>
      </p:sp>
      <p:sp>
        <p:nvSpPr>
          <p:cNvPr name="TextBox 14" id="14"/>
          <p:cNvSpPr txBox="true"/>
          <p:nvPr/>
        </p:nvSpPr>
        <p:spPr>
          <a:xfrm>
            <a:off x="2984500" y="20828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source:</a:t>
            </a:r>
          </a:p>
        </p:txBody>
      </p:sp>
      <p:sp>
        <p:nvSpPr>
          <p:cNvPr name="TextBox 15" id="15"/>
          <p:cNvSpPr txBox="true"/>
          <p:nvPr/>
        </p:nvSpPr>
        <p:spPr>
          <a:xfrm>
            <a:off x="4445000" y="20828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Royal 92 GEDCOM file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2984500" y="2540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link: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4445000" y="2540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  <a:hlinkClick r:id="rId2" tooltip="http://royal-family.bitplan.com/index.php/Alfred"/>
              </a:rPr>
              <a:t>Alfred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2984500" y="5588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name:</a:t>
            </a:r>
          </a:p>
        </p:txBody>
      </p:sp>
      <p:sp>
        <p:nvSpPr>
          <p:cNvPr name="TextBox 5" id="5"/>
          <p:cNvSpPr txBox="true"/>
          <p:nvPr/>
        </p:nvSpPr>
        <p:spPr>
          <a:xfrm>
            <a:off x="4445000" y="5588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Alfred</a:t>
            </a:r>
          </a:p>
        </p:txBody>
      </p:sp>
      <p:sp>
        <p:nvSpPr>
          <p:cNvPr name="TextBox 6" id="6"/>
          <p:cNvSpPr txBox="true"/>
          <p:nvPr/>
        </p:nvSpPr>
        <p:spPr>
          <a:xfrm>
            <a:off x="2984500" y="8636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nobleTitle:</a:t>
            </a:r>
          </a:p>
        </p:txBody>
      </p:sp>
      <p:sp>
        <p:nvSpPr>
          <p:cNvPr name="TextBox 7" id="7"/>
          <p:cNvSpPr txBox="true"/>
          <p:nvPr/>
        </p:nvSpPr>
        <p:spPr>
          <a:xfrm>
            <a:off x="4445000" y="8636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Prince</a:t>
            </a:r>
          </a:p>
        </p:txBody>
      </p:sp>
      <p:sp>
        <p:nvSpPr>
          <p:cNvPr name="TextBox 8" id="8"/>
          <p:cNvSpPr txBox="true"/>
          <p:nvPr/>
        </p:nvSpPr>
        <p:spPr>
          <a:xfrm>
            <a:off x="2984500" y="11684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sex:</a:t>
            </a:r>
          </a:p>
        </p:txBody>
      </p:sp>
      <p:sp>
        <p:nvSpPr>
          <p:cNvPr name="TextBox 9" id="9"/>
          <p:cNvSpPr txBox="true"/>
          <p:nvPr/>
        </p:nvSpPr>
        <p:spPr>
          <a:xfrm>
            <a:off x="4445000" y="11684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male</a:t>
            </a:r>
          </a:p>
        </p:txBody>
      </p:sp>
      <p:sp>
        <p:nvSpPr>
          <p:cNvPr name="TextBox 10" id="10"/>
          <p:cNvSpPr txBox="true"/>
          <p:nvPr/>
        </p:nvSpPr>
        <p:spPr>
          <a:xfrm>
            <a:off x="2984500" y="14732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yearBorn:</a:t>
            </a:r>
          </a:p>
        </p:txBody>
      </p:sp>
      <p:sp>
        <p:nvSpPr>
          <p:cNvPr name="TextBox 11" id="11"/>
          <p:cNvSpPr txBox="true"/>
          <p:nvPr/>
        </p:nvSpPr>
        <p:spPr>
          <a:xfrm>
            <a:off x="4445000" y="14732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1874</a:t>
            </a:r>
          </a:p>
        </p:txBody>
      </p:sp>
      <p:sp>
        <p:nvSpPr>
          <p:cNvPr name="TextBox 12" id="12"/>
          <p:cNvSpPr txBox="true"/>
          <p:nvPr/>
        </p:nvSpPr>
        <p:spPr>
          <a:xfrm>
            <a:off x="2984500" y="17780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yearDied:</a:t>
            </a:r>
          </a:p>
        </p:txBody>
      </p:sp>
      <p:sp>
        <p:nvSpPr>
          <p:cNvPr name="TextBox 13" id="13"/>
          <p:cNvSpPr txBox="true"/>
          <p:nvPr/>
        </p:nvSpPr>
        <p:spPr>
          <a:xfrm>
            <a:off x="4445000" y="17780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1899</a:t>
            </a:r>
          </a:p>
        </p:txBody>
      </p:sp>
      <p:sp>
        <p:nvSpPr>
          <p:cNvPr name="TextBox 14" id="14"/>
          <p:cNvSpPr txBox="true"/>
          <p:nvPr/>
        </p:nvSpPr>
        <p:spPr>
          <a:xfrm>
            <a:off x="2984500" y="20828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source:</a:t>
            </a:r>
          </a:p>
        </p:txBody>
      </p:sp>
      <p:sp>
        <p:nvSpPr>
          <p:cNvPr name="TextBox 15" id="15"/>
          <p:cNvSpPr txBox="true"/>
          <p:nvPr/>
        </p:nvSpPr>
        <p:spPr>
          <a:xfrm>
            <a:off x="4445000" y="20828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Royal 92 GEDCOM file</a:t>
            </a: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2984500" y="2540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link: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4445000" y="2540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  <a:hlinkClick r:id="rId2" tooltip="http://royal-family.bitplan.com/index.php/Marie_of_Saxe-Coburg_and_Gotha"/>
              </a:rPr>
              <a:t>Marie of_Saxe-Coburg and_Gotha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2984500" y="5588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name:</a:t>
            </a:r>
          </a:p>
        </p:txBody>
      </p:sp>
      <p:sp>
        <p:nvSpPr>
          <p:cNvPr name="TextBox 5" id="5"/>
          <p:cNvSpPr txBox="true"/>
          <p:nvPr/>
        </p:nvSpPr>
        <p:spPr>
          <a:xfrm>
            <a:off x="4445000" y="5588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Marie of_Saxe-Coburg and_Gotha</a:t>
            </a:r>
          </a:p>
        </p:txBody>
      </p:sp>
      <p:sp>
        <p:nvSpPr>
          <p:cNvPr name="TextBox 6" id="6"/>
          <p:cNvSpPr txBox="true"/>
          <p:nvPr/>
        </p:nvSpPr>
        <p:spPr>
          <a:xfrm>
            <a:off x="2984500" y="8636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nobleTitle:</a:t>
            </a:r>
          </a:p>
        </p:txBody>
      </p:sp>
      <p:sp>
        <p:nvSpPr>
          <p:cNvPr name="TextBox 7" id="7"/>
          <p:cNvSpPr txBox="true"/>
          <p:nvPr/>
        </p:nvSpPr>
        <p:spPr>
          <a:xfrm>
            <a:off x="4445000" y="8636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Queen of Romania</a:t>
            </a:r>
          </a:p>
        </p:txBody>
      </p:sp>
      <p:sp>
        <p:nvSpPr>
          <p:cNvPr name="TextBox 8" id="8"/>
          <p:cNvSpPr txBox="true"/>
          <p:nvPr/>
        </p:nvSpPr>
        <p:spPr>
          <a:xfrm>
            <a:off x="2984500" y="11684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sex:</a:t>
            </a:r>
          </a:p>
        </p:txBody>
      </p:sp>
      <p:sp>
        <p:nvSpPr>
          <p:cNvPr name="TextBox 9" id="9"/>
          <p:cNvSpPr txBox="true"/>
          <p:nvPr/>
        </p:nvSpPr>
        <p:spPr>
          <a:xfrm>
            <a:off x="4445000" y="11684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female</a:t>
            </a:r>
          </a:p>
        </p:txBody>
      </p:sp>
      <p:sp>
        <p:nvSpPr>
          <p:cNvPr name="TextBox 10" id="10"/>
          <p:cNvSpPr txBox="true"/>
          <p:nvPr/>
        </p:nvSpPr>
        <p:spPr>
          <a:xfrm>
            <a:off x="2984500" y="14732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yearBorn:</a:t>
            </a:r>
          </a:p>
        </p:txBody>
      </p:sp>
      <p:sp>
        <p:nvSpPr>
          <p:cNvPr name="TextBox 11" id="11"/>
          <p:cNvSpPr txBox="true"/>
          <p:nvPr/>
        </p:nvSpPr>
        <p:spPr>
          <a:xfrm>
            <a:off x="4445000" y="14732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1875</a:t>
            </a:r>
          </a:p>
        </p:txBody>
      </p:sp>
      <p:sp>
        <p:nvSpPr>
          <p:cNvPr name="TextBox 12" id="12"/>
          <p:cNvSpPr txBox="true"/>
          <p:nvPr/>
        </p:nvSpPr>
        <p:spPr>
          <a:xfrm>
            <a:off x="2984500" y="17780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birthPlace:</a:t>
            </a:r>
          </a:p>
        </p:txBody>
      </p:sp>
      <p:sp>
        <p:nvSpPr>
          <p:cNvPr name="TextBox 13" id="13"/>
          <p:cNvSpPr txBox="true"/>
          <p:nvPr/>
        </p:nvSpPr>
        <p:spPr>
          <a:xfrm>
            <a:off x="4445000" y="17780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Eastwell Park,Kent,England</a:t>
            </a:r>
          </a:p>
        </p:txBody>
      </p:sp>
      <p:sp>
        <p:nvSpPr>
          <p:cNvPr name="TextBox 14" id="14"/>
          <p:cNvSpPr txBox="true"/>
          <p:nvPr/>
        </p:nvSpPr>
        <p:spPr>
          <a:xfrm>
            <a:off x="2984500" y="20828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yearDied:</a:t>
            </a:r>
          </a:p>
        </p:txBody>
      </p:sp>
      <p:sp>
        <p:nvSpPr>
          <p:cNvPr name="TextBox 15" id="15"/>
          <p:cNvSpPr txBox="true"/>
          <p:nvPr/>
        </p:nvSpPr>
        <p:spPr>
          <a:xfrm>
            <a:off x="4445000" y="20828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1938</a:t>
            </a:r>
          </a:p>
        </p:txBody>
      </p:sp>
      <p:sp>
        <p:nvSpPr>
          <p:cNvPr name="TextBox 16" id="16"/>
          <p:cNvSpPr txBox="true"/>
          <p:nvPr/>
        </p:nvSpPr>
        <p:spPr>
          <a:xfrm>
            <a:off x="2984500" y="23876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diedAt:</a:t>
            </a:r>
          </a:p>
        </p:txBody>
      </p:sp>
      <p:sp>
        <p:nvSpPr>
          <p:cNvPr name="TextBox 17" id="17"/>
          <p:cNvSpPr txBox="true"/>
          <p:nvPr/>
        </p:nvSpPr>
        <p:spPr>
          <a:xfrm>
            <a:off x="4445000" y="23876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Castle Pelesch,Sinaia,Romania</a:t>
            </a:r>
          </a:p>
        </p:txBody>
      </p:sp>
      <p:sp>
        <p:nvSpPr>
          <p:cNvPr name="TextBox 18" id="18"/>
          <p:cNvSpPr txBox="true"/>
          <p:nvPr/>
        </p:nvSpPr>
        <p:spPr>
          <a:xfrm>
            <a:off x="2984500" y="26924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source:</a:t>
            </a:r>
          </a:p>
        </p:txBody>
      </p:sp>
      <p:sp>
        <p:nvSpPr>
          <p:cNvPr name="TextBox 19" id="19"/>
          <p:cNvSpPr txBox="true"/>
          <p:nvPr/>
        </p:nvSpPr>
        <p:spPr>
          <a:xfrm>
            <a:off x="4445000" y="26924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Royal 92 GEDCOM file</a:t>
            </a: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2984500" y="2540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link: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4445000" y="2540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  <a:hlinkClick r:id="rId2" tooltip="http://royal-family.bitplan.com/index.php/Victoria_Melita_of_Edinburgh"/>
              </a:rPr>
              <a:t>Victoria Melita of_Edinburgh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2984500" y="5588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name:</a:t>
            </a:r>
          </a:p>
        </p:txBody>
      </p:sp>
      <p:sp>
        <p:nvSpPr>
          <p:cNvPr name="TextBox 5" id="5"/>
          <p:cNvSpPr txBox="true"/>
          <p:nvPr/>
        </p:nvSpPr>
        <p:spPr>
          <a:xfrm>
            <a:off x="4445000" y="5588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Victoria Melita of_Edinburgh</a:t>
            </a:r>
          </a:p>
        </p:txBody>
      </p:sp>
      <p:sp>
        <p:nvSpPr>
          <p:cNvPr name="TextBox 6" id="6"/>
          <p:cNvSpPr txBox="true"/>
          <p:nvPr/>
        </p:nvSpPr>
        <p:spPr>
          <a:xfrm>
            <a:off x="2984500" y="8636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nobleTitle:</a:t>
            </a:r>
          </a:p>
        </p:txBody>
      </p:sp>
      <p:sp>
        <p:nvSpPr>
          <p:cNvPr name="TextBox 7" id="7"/>
          <p:cNvSpPr txBox="true"/>
          <p:nvPr/>
        </p:nvSpPr>
        <p:spPr>
          <a:xfrm>
            <a:off x="4445000" y="8636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Grand Duchess</a:t>
            </a:r>
          </a:p>
        </p:txBody>
      </p:sp>
      <p:sp>
        <p:nvSpPr>
          <p:cNvPr name="TextBox 8" id="8"/>
          <p:cNvSpPr txBox="true"/>
          <p:nvPr/>
        </p:nvSpPr>
        <p:spPr>
          <a:xfrm>
            <a:off x="2984500" y="11684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sex:</a:t>
            </a:r>
          </a:p>
        </p:txBody>
      </p:sp>
      <p:sp>
        <p:nvSpPr>
          <p:cNvPr name="TextBox 9" id="9"/>
          <p:cNvSpPr txBox="true"/>
          <p:nvPr/>
        </p:nvSpPr>
        <p:spPr>
          <a:xfrm>
            <a:off x="4445000" y="11684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female</a:t>
            </a:r>
          </a:p>
        </p:txBody>
      </p:sp>
      <p:sp>
        <p:nvSpPr>
          <p:cNvPr name="TextBox 10" id="10"/>
          <p:cNvSpPr txBox="true"/>
          <p:nvPr/>
        </p:nvSpPr>
        <p:spPr>
          <a:xfrm>
            <a:off x="2984500" y="14732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yearBorn:</a:t>
            </a:r>
          </a:p>
        </p:txBody>
      </p:sp>
      <p:sp>
        <p:nvSpPr>
          <p:cNvPr name="TextBox 11" id="11"/>
          <p:cNvSpPr txBox="true"/>
          <p:nvPr/>
        </p:nvSpPr>
        <p:spPr>
          <a:xfrm>
            <a:off x="4445000" y="14732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1876</a:t>
            </a:r>
          </a:p>
        </p:txBody>
      </p:sp>
      <p:sp>
        <p:nvSpPr>
          <p:cNvPr name="TextBox 12" id="12"/>
          <p:cNvSpPr txBox="true"/>
          <p:nvPr/>
        </p:nvSpPr>
        <p:spPr>
          <a:xfrm>
            <a:off x="2984500" y="17780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birthPlace:</a:t>
            </a:r>
          </a:p>
        </p:txBody>
      </p:sp>
      <p:sp>
        <p:nvSpPr>
          <p:cNvPr name="TextBox 13" id="13"/>
          <p:cNvSpPr txBox="true"/>
          <p:nvPr/>
        </p:nvSpPr>
        <p:spPr>
          <a:xfrm>
            <a:off x="4445000" y="17780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Malta</a:t>
            </a:r>
          </a:p>
        </p:txBody>
      </p:sp>
      <p:sp>
        <p:nvSpPr>
          <p:cNvPr name="TextBox 14" id="14"/>
          <p:cNvSpPr txBox="true"/>
          <p:nvPr/>
        </p:nvSpPr>
        <p:spPr>
          <a:xfrm>
            <a:off x="2984500" y="20828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yearDied:</a:t>
            </a:r>
          </a:p>
        </p:txBody>
      </p:sp>
      <p:sp>
        <p:nvSpPr>
          <p:cNvPr name="TextBox 15" id="15"/>
          <p:cNvSpPr txBox="true"/>
          <p:nvPr/>
        </p:nvSpPr>
        <p:spPr>
          <a:xfrm>
            <a:off x="4445000" y="20828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1936</a:t>
            </a:r>
          </a:p>
        </p:txBody>
      </p:sp>
      <p:sp>
        <p:nvSpPr>
          <p:cNvPr name="TextBox 16" id="16"/>
          <p:cNvSpPr txBox="true"/>
          <p:nvPr/>
        </p:nvSpPr>
        <p:spPr>
          <a:xfrm>
            <a:off x="2984500" y="23876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source:</a:t>
            </a:r>
          </a:p>
        </p:txBody>
      </p:sp>
      <p:sp>
        <p:nvSpPr>
          <p:cNvPr name="TextBox 17" id="17"/>
          <p:cNvSpPr txBox="true"/>
          <p:nvPr/>
        </p:nvSpPr>
        <p:spPr>
          <a:xfrm>
            <a:off x="4445000" y="23876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Royal 92 GEDCOM file</a:t>
            </a:r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2984500" y="2540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link: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4445000" y="2540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  <a:hlinkClick r:id="rId2" tooltip="http://royal-family.bitplan.com/index.php/Alexandra"/>
              </a:rPr>
              <a:t>Alexandra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2984500" y="5588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name:</a:t>
            </a:r>
          </a:p>
        </p:txBody>
      </p:sp>
      <p:sp>
        <p:nvSpPr>
          <p:cNvPr name="TextBox 5" id="5"/>
          <p:cNvSpPr txBox="true"/>
          <p:nvPr/>
        </p:nvSpPr>
        <p:spPr>
          <a:xfrm>
            <a:off x="4445000" y="5588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Alexandra</a:t>
            </a:r>
          </a:p>
        </p:txBody>
      </p:sp>
      <p:sp>
        <p:nvSpPr>
          <p:cNvPr name="TextBox 6" id="6"/>
          <p:cNvSpPr txBox="true"/>
          <p:nvPr/>
        </p:nvSpPr>
        <p:spPr>
          <a:xfrm>
            <a:off x="2984500" y="8636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nobleTitle:</a:t>
            </a:r>
          </a:p>
        </p:txBody>
      </p:sp>
      <p:sp>
        <p:nvSpPr>
          <p:cNvPr name="TextBox 7" id="7"/>
          <p:cNvSpPr txBox="true"/>
          <p:nvPr/>
        </p:nvSpPr>
        <p:spPr>
          <a:xfrm>
            <a:off x="4445000" y="8636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Princess</a:t>
            </a:r>
          </a:p>
        </p:txBody>
      </p:sp>
      <p:sp>
        <p:nvSpPr>
          <p:cNvPr name="TextBox 8" id="8"/>
          <p:cNvSpPr txBox="true"/>
          <p:nvPr/>
        </p:nvSpPr>
        <p:spPr>
          <a:xfrm>
            <a:off x="2984500" y="11684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sex:</a:t>
            </a:r>
          </a:p>
        </p:txBody>
      </p:sp>
      <p:sp>
        <p:nvSpPr>
          <p:cNvPr name="TextBox 9" id="9"/>
          <p:cNvSpPr txBox="true"/>
          <p:nvPr/>
        </p:nvSpPr>
        <p:spPr>
          <a:xfrm>
            <a:off x="4445000" y="11684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female</a:t>
            </a:r>
          </a:p>
        </p:txBody>
      </p:sp>
      <p:sp>
        <p:nvSpPr>
          <p:cNvPr name="TextBox 10" id="10"/>
          <p:cNvSpPr txBox="true"/>
          <p:nvPr/>
        </p:nvSpPr>
        <p:spPr>
          <a:xfrm>
            <a:off x="2984500" y="14732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yearBorn:</a:t>
            </a:r>
          </a:p>
        </p:txBody>
      </p:sp>
      <p:sp>
        <p:nvSpPr>
          <p:cNvPr name="TextBox 11" id="11"/>
          <p:cNvSpPr txBox="true"/>
          <p:nvPr/>
        </p:nvSpPr>
        <p:spPr>
          <a:xfrm>
            <a:off x="4445000" y="14732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1878</a:t>
            </a:r>
          </a:p>
        </p:txBody>
      </p:sp>
      <p:sp>
        <p:nvSpPr>
          <p:cNvPr name="TextBox 12" id="12"/>
          <p:cNvSpPr txBox="true"/>
          <p:nvPr/>
        </p:nvSpPr>
        <p:spPr>
          <a:xfrm>
            <a:off x="2984500" y="17780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yearDied:</a:t>
            </a:r>
          </a:p>
        </p:txBody>
      </p:sp>
      <p:sp>
        <p:nvSpPr>
          <p:cNvPr name="TextBox 13" id="13"/>
          <p:cNvSpPr txBox="true"/>
          <p:nvPr/>
        </p:nvSpPr>
        <p:spPr>
          <a:xfrm>
            <a:off x="4445000" y="17780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1942</a:t>
            </a:r>
          </a:p>
        </p:txBody>
      </p:sp>
      <p:sp>
        <p:nvSpPr>
          <p:cNvPr name="TextBox 14" id="14"/>
          <p:cNvSpPr txBox="true"/>
          <p:nvPr/>
        </p:nvSpPr>
        <p:spPr>
          <a:xfrm>
            <a:off x="2984500" y="20828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source:</a:t>
            </a:r>
          </a:p>
        </p:txBody>
      </p:sp>
      <p:sp>
        <p:nvSpPr>
          <p:cNvPr name="TextBox 15" id="15"/>
          <p:cNvSpPr txBox="true"/>
          <p:nvPr/>
        </p:nvSpPr>
        <p:spPr>
          <a:xfrm>
            <a:off x="4445000" y="20828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Royal 92 GEDCOM file</a:t>
            </a:r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2984500" y="2540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link: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4445000" y="2540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  <a:hlinkClick r:id="rId2" tooltip="http://royal-family.bitplan.com/index.php/Beatrice"/>
              </a:rPr>
              <a:t>Beatrice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2984500" y="5588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name:</a:t>
            </a:r>
          </a:p>
        </p:txBody>
      </p:sp>
      <p:sp>
        <p:nvSpPr>
          <p:cNvPr name="TextBox 5" id="5"/>
          <p:cNvSpPr txBox="true"/>
          <p:nvPr/>
        </p:nvSpPr>
        <p:spPr>
          <a:xfrm>
            <a:off x="4445000" y="5588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Beatrice</a:t>
            </a:r>
          </a:p>
        </p:txBody>
      </p:sp>
      <p:sp>
        <p:nvSpPr>
          <p:cNvPr name="TextBox 6" id="6"/>
          <p:cNvSpPr txBox="true"/>
          <p:nvPr/>
        </p:nvSpPr>
        <p:spPr>
          <a:xfrm>
            <a:off x="2984500" y="8636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nobleTitle:</a:t>
            </a:r>
          </a:p>
        </p:txBody>
      </p:sp>
      <p:sp>
        <p:nvSpPr>
          <p:cNvPr name="TextBox 7" id="7"/>
          <p:cNvSpPr txBox="true"/>
          <p:nvPr/>
        </p:nvSpPr>
        <p:spPr>
          <a:xfrm>
            <a:off x="4445000" y="8636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Princess</a:t>
            </a:r>
          </a:p>
        </p:txBody>
      </p:sp>
      <p:sp>
        <p:nvSpPr>
          <p:cNvPr name="TextBox 8" id="8"/>
          <p:cNvSpPr txBox="true"/>
          <p:nvPr/>
        </p:nvSpPr>
        <p:spPr>
          <a:xfrm>
            <a:off x="2984500" y="11684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sex:</a:t>
            </a:r>
          </a:p>
        </p:txBody>
      </p:sp>
      <p:sp>
        <p:nvSpPr>
          <p:cNvPr name="TextBox 9" id="9"/>
          <p:cNvSpPr txBox="true"/>
          <p:nvPr/>
        </p:nvSpPr>
        <p:spPr>
          <a:xfrm>
            <a:off x="4445000" y="11684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female</a:t>
            </a:r>
          </a:p>
        </p:txBody>
      </p:sp>
      <p:sp>
        <p:nvSpPr>
          <p:cNvPr name="TextBox 10" id="10"/>
          <p:cNvSpPr txBox="true"/>
          <p:nvPr/>
        </p:nvSpPr>
        <p:spPr>
          <a:xfrm>
            <a:off x="2984500" y="14732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yearBorn:</a:t>
            </a:r>
          </a:p>
        </p:txBody>
      </p:sp>
      <p:sp>
        <p:nvSpPr>
          <p:cNvPr name="TextBox 11" id="11"/>
          <p:cNvSpPr txBox="true"/>
          <p:nvPr/>
        </p:nvSpPr>
        <p:spPr>
          <a:xfrm>
            <a:off x="4445000" y="14732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1884</a:t>
            </a:r>
          </a:p>
        </p:txBody>
      </p:sp>
      <p:sp>
        <p:nvSpPr>
          <p:cNvPr name="TextBox 12" id="12"/>
          <p:cNvSpPr txBox="true"/>
          <p:nvPr/>
        </p:nvSpPr>
        <p:spPr>
          <a:xfrm>
            <a:off x="2984500" y="17780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yearDied:</a:t>
            </a:r>
          </a:p>
        </p:txBody>
      </p:sp>
      <p:sp>
        <p:nvSpPr>
          <p:cNvPr name="TextBox 13" id="13"/>
          <p:cNvSpPr txBox="true"/>
          <p:nvPr/>
        </p:nvSpPr>
        <p:spPr>
          <a:xfrm>
            <a:off x="4445000" y="17780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1966</a:t>
            </a:r>
          </a:p>
        </p:txBody>
      </p:sp>
      <p:sp>
        <p:nvSpPr>
          <p:cNvPr name="TextBox 14" id="14"/>
          <p:cNvSpPr txBox="true"/>
          <p:nvPr/>
        </p:nvSpPr>
        <p:spPr>
          <a:xfrm>
            <a:off x="2984500" y="20828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source:</a:t>
            </a:r>
          </a:p>
        </p:txBody>
      </p:sp>
      <p:sp>
        <p:nvSpPr>
          <p:cNvPr name="TextBox 15" id="15"/>
          <p:cNvSpPr txBox="true"/>
          <p:nvPr/>
        </p:nvSpPr>
        <p:spPr>
          <a:xfrm>
            <a:off x="4445000" y="20828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Royal 92 GEDCOM file</a:t>
            </a:r>
          </a:p>
        </p:txBody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2984500" y="2540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link: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4445000" y="2540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  <a:hlinkClick r:id="rId2" tooltip="http://royal-family.bitplan.com/index.php/Marie_Louise"/>
              </a:rPr>
              <a:t>Marie Louise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2984500" y="5588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name:</a:t>
            </a:r>
          </a:p>
        </p:txBody>
      </p:sp>
      <p:sp>
        <p:nvSpPr>
          <p:cNvPr name="TextBox 5" id="5"/>
          <p:cNvSpPr txBox="true"/>
          <p:nvPr/>
        </p:nvSpPr>
        <p:spPr>
          <a:xfrm>
            <a:off x="4445000" y="5588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Marie Louise</a:t>
            </a:r>
          </a:p>
        </p:txBody>
      </p:sp>
      <p:sp>
        <p:nvSpPr>
          <p:cNvPr name="TextBox 6" id="6"/>
          <p:cNvSpPr txBox="true"/>
          <p:nvPr/>
        </p:nvSpPr>
        <p:spPr>
          <a:xfrm>
            <a:off x="2984500" y="8636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nobleTitle:</a:t>
            </a:r>
          </a:p>
        </p:txBody>
      </p:sp>
      <p:sp>
        <p:nvSpPr>
          <p:cNvPr name="TextBox 7" id="7"/>
          <p:cNvSpPr txBox="true"/>
          <p:nvPr/>
        </p:nvSpPr>
        <p:spPr>
          <a:xfrm>
            <a:off x="4445000" y="8636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Princess</a:t>
            </a:r>
          </a:p>
        </p:txBody>
      </p:sp>
      <p:sp>
        <p:nvSpPr>
          <p:cNvPr name="TextBox 8" id="8"/>
          <p:cNvSpPr txBox="true"/>
          <p:nvPr/>
        </p:nvSpPr>
        <p:spPr>
          <a:xfrm>
            <a:off x="2984500" y="11684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sex:</a:t>
            </a:r>
          </a:p>
        </p:txBody>
      </p:sp>
      <p:sp>
        <p:nvSpPr>
          <p:cNvPr name="TextBox 9" id="9"/>
          <p:cNvSpPr txBox="true"/>
          <p:nvPr/>
        </p:nvSpPr>
        <p:spPr>
          <a:xfrm>
            <a:off x="4445000" y="11684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female</a:t>
            </a:r>
          </a:p>
        </p:txBody>
      </p:sp>
      <p:sp>
        <p:nvSpPr>
          <p:cNvPr name="TextBox 10" id="10"/>
          <p:cNvSpPr txBox="true"/>
          <p:nvPr/>
        </p:nvSpPr>
        <p:spPr>
          <a:xfrm>
            <a:off x="2984500" y="14732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yearBorn:</a:t>
            </a:r>
          </a:p>
        </p:txBody>
      </p:sp>
      <p:sp>
        <p:nvSpPr>
          <p:cNvPr name="TextBox 11" id="11"/>
          <p:cNvSpPr txBox="true"/>
          <p:nvPr/>
        </p:nvSpPr>
        <p:spPr>
          <a:xfrm>
            <a:off x="4445000" y="14732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1872</a:t>
            </a:r>
          </a:p>
        </p:txBody>
      </p:sp>
      <p:sp>
        <p:nvSpPr>
          <p:cNvPr name="TextBox 12" id="12"/>
          <p:cNvSpPr txBox="true"/>
          <p:nvPr/>
        </p:nvSpPr>
        <p:spPr>
          <a:xfrm>
            <a:off x="2984500" y="17780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yearDied:</a:t>
            </a:r>
          </a:p>
        </p:txBody>
      </p:sp>
      <p:sp>
        <p:nvSpPr>
          <p:cNvPr name="TextBox 13" id="13"/>
          <p:cNvSpPr txBox="true"/>
          <p:nvPr/>
        </p:nvSpPr>
        <p:spPr>
          <a:xfrm>
            <a:off x="4445000" y="17780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1956</a:t>
            </a:r>
          </a:p>
        </p:txBody>
      </p:sp>
      <p:sp>
        <p:nvSpPr>
          <p:cNvPr name="TextBox 14" id="14"/>
          <p:cNvSpPr txBox="true"/>
          <p:nvPr/>
        </p:nvSpPr>
        <p:spPr>
          <a:xfrm>
            <a:off x="2984500" y="20828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source:</a:t>
            </a:r>
          </a:p>
        </p:txBody>
      </p:sp>
      <p:sp>
        <p:nvSpPr>
          <p:cNvPr name="TextBox 15" id="15"/>
          <p:cNvSpPr txBox="true"/>
          <p:nvPr/>
        </p:nvSpPr>
        <p:spPr>
          <a:xfrm>
            <a:off x="4445000" y="20828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Royal 92 GEDCOM file</a:t>
            </a:r>
          </a:p>
        </p:txBody>
      </p: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2984500" y="2540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link: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4445000" y="2540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  <a:hlinkClick r:id="rId2" tooltip="http://royal-family.bitplan.com/index.php/Christian_Victor"/>
              </a:rPr>
              <a:t>Christian Victor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2984500" y="5588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name:</a:t>
            </a:r>
          </a:p>
        </p:txBody>
      </p:sp>
      <p:sp>
        <p:nvSpPr>
          <p:cNvPr name="TextBox 5" id="5"/>
          <p:cNvSpPr txBox="true"/>
          <p:nvPr/>
        </p:nvSpPr>
        <p:spPr>
          <a:xfrm>
            <a:off x="4445000" y="5588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Christian Victor</a:t>
            </a:r>
          </a:p>
        </p:txBody>
      </p:sp>
      <p:sp>
        <p:nvSpPr>
          <p:cNvPr name="TextBox 6" id="6"/>
          <p:cNvSpPr txBox="true"/>
          <p:nvPr/>
        </p:nvSpPr>
        <p:spPr>
          <a:xfrm>
            <a:off x="2984500" y="8636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nobleTitle:</a:t>
            </a:r>
          </a:p>
        </p:txBody>
      </p:sp>
      <p:sp>
        <p:nvSpPr>
          <p:cNvPr name="TextBox 7" id="7"/>
          <p:cNvSpPr txBox="true"/>
          <p:nvPr/>
        </p:nvSpPr>
        <p:spPr>
          <a:xfrm>
            <a:off x="4445000" y="8636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King of Romania</a:t>
            </a:r>
          </a:p>
        </p:txBody>
      </p:sp>
      <p:sp>
        <p:nvSpPr>
          <p:cNvPr name="TextBox 8" id="8"/>
          <p:cNvSpPr txBox="true"/>
          <p:nvPr/>
        </p:nvSpPr>
        <p:spPr>
          <a:xfrm>
            <a:off x="2984500" y="11684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sex:</a:t>
            </a:r>
          </a:p>
        </p:txBody>
      </p:sp>
      <p:sp>
        <p:nvSpPr>
          <p:cNvPr name="TextBox 9" id="9"/>
          <p:cNvSpPr txBox="true"/>
          <p:nvPr/>
        </p:nvSpPr>
        <p:spPr>
          <a:xfrm>
            <a:off x="4445000" y="11684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male</a:t>
            </a:r>
          </a:p>
        </p:txBody>
      </p:sp>
      <p:sp>
        <p:nvSpPr>
          <p:cNvPr name="TextBox 10" id="10"/>
          <p:cNvSpPr txBox="true"/>
          <p:nvPr/>
        </p:nvSpPr>
        <p:spPr>
          <a:xfrm>
            <a:off x="2984500" y="14732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yearBorn:</a:t>
            </a:r>
          </a:p>
        </p:txBody>
      </p:sp>
      <p:sp>
        <p:nvSpPr>
          <p:cNvPr name="TextBox 11" id="11"/>
          <p:cNvSpPr txBox="true"/>
          <p:nvPr/>
        </p:nvSpPr>
        <p:spPr>
          <a:xfrm>
            <a:off x="4445000" y="14732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1867</a:t>
            </a:r>
          </a:p>
        </p:txBody>
      </p:sp>
      <p:sp>
        <p:nvSpPr>
          <p:cNvPr name="TextBox 12" id="12"/>
          <p:cNvSpPr txBox="true"/>
          <p:nvPr/>
        </p:nvSpPr>
        <p:spPr>
          <a:xfrm>
            <a:off x="2984500" y="17780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yearDied:</a:t>
            </a:r>
          </a:p>
        </p:txBody>
      </p:sp>
      <p:sp>
        <p:nvSpPr>
          <p:cNvPr name="TextBox 13" id="13"/>
          <p:cNvSpPr txBox="true"/>
          <p:nvPr/>
        </p:nvSpPr>
        <p:spPr>
          <a:xfrm>
            <a:off x="4445000" y="17780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1900</a:t>
            </a:r>
          </a:p>
        </p:txBody>
      </p:sp>
      <p:sp>
        <p:nvSpPr>
          <p:cNvPr name="TextBox 14" id="14"/>
          <p:cNvSpPr txBox="true"/>
          <p:nvPr/>
        </p:nvSpPr>
        <p:spPr>
          <a:xfrm>
            <a:off x="2984500" y="20828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source:</a:t>
            </a:r>
          </a:p>
        </p:txBody>
      </p:sp>
      <p:sp>
        <p:nvSpPr>
          <p:cNvPr name="TextBox 15" id="15"/>
          <p:cNvSpPr txBox="true"/>
          <p:nvPr/>
        </p:nvSpPr>
        <p:spPr>
          <a:xfrm>
            <a:off x="4445000" y="20828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Royal 92 GEDCOM file</a:t>
            </a:r>
          </a:p>
        </p:txBody>
      </p: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2984500" y="2540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link: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4445000" y="2540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  <a:hlinkClick r:id="rId2" tooltip="http://royal-family.bitplan.com/index.php/Albert_of_Schleswig-_Holstein"/>
              </a:rPr>
              <a:t>Albert of_Schleswig- Holstein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2984500" y="5588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name:</a:t>
            </a:r>
          </a:p>
        </p:txBody>
      </p:sp>
      <p:sp>
        <p:nvSpPr>
          <p:cNvPr name="TextBox 5" id="5"/>
          <p:cNvSpPr txBox="true"/>
          <p:nvPr/>
        </p:nvSpPr>
        <p:spPr>
          <a:xfrm>
            <a:off x="4445000" y="5588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Albert of_Schleswig- Holstein</a:t>
            </a:r>
          </a:p>
        </p:txBody>
      </p:sp>
      <p:sp>
        <p:nvSpPr>
          <p:cNvPr name="TextBox 6" id="6"/>
          <p:cNvSpPr txBox="true"/>
          <p:nvPr/>
        </p:nvSpPr>
        <p:spPr>
          <a:xfrm>
            <a:off x="2984500" y="8636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nobleTitle:</a:t>
            </a:r>
          </a:p>
        </p:txBody>
      </p:sp>
      <p:sp>
        <p:nvSpPr>
          <p:cNvPr name="TextBox 7" id="7"/>
          <p:cNvSpPr txBox="true"/>
          <p:nvPr/>
        </p:nvSpPr>
        <p:spPr>
          <a:xfrm>
            <a:off x="4445000" y="8636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Duke</a:t>
            </a:r>
          </a:p>
        </p:txBody>
      </p:sp>
      <p:sp>
        <p:nvSpPr>
          <p:cNvPr name="TextBox 8" id="8"/>
          <p:cNvSpPr txBox="true"/>
          <p:nvPr/>
        </p:nvSpPr>
        <p:spPr>
          <a:xfrm>
            <a:off x="2984500" y="11684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sex:</a:t>
            </a:r>
          </a:p>
        </p:txBody>
      </p:sp>
      <p:sp>
        <p:nvSpPr>
          <p:cNvPr name="TextBox 9" id="9"/>
          <p:cNvSpPr txBox="true"/>
          <p:nvPr/>
        </p:nvSpPr>
        <p:spPr>
          <a:xfrm>
            <a:off x="4445000" y="11684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male</a:t>
            </a:r>
          </a:p>
        </p:txBody>
      </p:sp>
      <p:sp>
        <p:nvSpPr>
          <p:cNvPr name="TextBox 10" id="10"/>
          <p:cNvSpPr txBox="true"/>
          <p:nvPr/>
        </p:nvSpPr>
        <p:spPr>
          <a:xfrm>
            <a:off x="2984500" y="14732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yearBorn:</a:t>
            </a:r>
          </a:p>
        </p:txBody>
      </p:sp>
      <p:sp>
        <p:nvSpPr>
          <p:cNvPr name="TextBox 11" id="11"/>
          <p:cNvSpPr txBox="true"/>
          <p:nvPr/>
        </p:nvSpPr>
        <p:spPr>
          <a:xfrm>
            <a:off x="4445000" y="14732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1869</a:t>
            </a:r>
          </a:p>
        </p:txBody>
      </p:sp>
      <p:sp>
        <p:nvSpPr>
          <p:cNvPr name="TextBox 12" id="12"/>
          <p:cNvSpPr txBox="true"/>
          <p:nvPr/>
        </p:nvSpPr>
        <p:spPr>
          <a:xfrm>
            <a:off x="2984500" y="17780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yearDied:</a:t>
            </a:r>
          </a:p>
        </p:txBody>
      </p:sp>
      <p:sp>
        <p:nvSpPr>
          <p:cNvPr name="TextBox 13" id="13"/>
          <p:cNvSpPr txBox="true"/>
          <p:nvPr/>
        </p:nvSpPr>
        <p:spPr>
          <a:xfrm>
            <a:off x="4445000" y="17780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1931</a:t>
            </a:r>
          </a:p>
        </p:txBody>
      </p:sp>
      <p:sp>
        <p:nvSpPr>
          <p:cNvPr name="TextBox 14" id="14"/>
          <p:cNvSpPr txBox="true"/>
          <p:nvPr/>
        </p:nvSpPr>
        <p:spPr>
          <a:xfrm>
            <a:off x="2984500" y="20828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source:</a:t>
            </a:r>
          </a:p>
        </p:txBody>
      </p:sp>
      <p:sp>
        <p:nvSpPr>
          <p:cNvPr name="TextBox 15" id="15"/>
          <p:cNvSpPr txBox="true"/>
          <p:nvPr/>
        </p:nvSpPr>
        <p:spPr>
          <a:xfrm>
            <a:off x="4445000" y="20828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Royal 92 GEDCOM file</a:t>
            </a:r>
          </a:p>
        </p:txBody>
      </p:sp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2984500" y="2540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link: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4445000" y="2540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  <a:hlinkClick r:id="rId2" tooltip="http://royal-family.bitplan.com/index.php/Helena_Victoria"/>
              </a:rPr>
              <a:t>Helena Victoria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2984500" y="5588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name:</a:t>
            </a:r>
          </a:p>
        </p:txBody>
      </p:sp>
      <p:sp>
        <p:nvSpPr>
          <p:cNvPr name="TextBox 5" id="5"/>
          <p:cNvSpPr txBox="true"/>
          <p:nvPr/>
        </p:nvSpPr>
        <p:spPr>
          <a:xfrm>
            <a:off x="4445000" y="5588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Helena Victoria</a:t>
            </a:r>
          </a:p>
        </p:txBody>
      </p:sp>
      <p:sp>
        <p:nvSpPr>
          <p:cNvPr name="TextBox 6" id="6"/>
          <p:cNvSpPr txBox="true"/>
          <p:nvPr/>
        </p:nvSpPr>
        <p:spPr>
          <a:xfrm>
            <a:off x="2984500" y="8636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nobleTitle:</a:t>
            </a:r>
          </a:p>
        </p:txBody>
      </p:sp>
      <p:sp>
        <p:nvSpPr>
          <p:cNvPr name="TextBox 7" id="7"/>
          <p:cNvSpPr txBox="true"/>
          <p:nvPr/>
        </p:nvSpPr>
        <p:spPr>
          <a:xfrm>
            <a:off x="4445000" y="8636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Princess</a:t>
            </a:r>
          </a:p>
        </p:txBody>
      </p:sp>
      <p:sp>
        <p:nvSpPr>
          <p:cNvPr name="TextBox 8" id="8"/>
          <p:cNvSpPr txBox="true"/>
          <p:nvPr/>
        </p:nvSpPr>
        <p:spPr>
          <a:xfrm>
            <a:off x="2984500" y="11684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sex:</a:t>
            </a:r>
          </a:p>
        </p:txBody>
      </p:sp>
      <p:sp>
        <p:nvSpPr>
          <p:cNvPr name="TextBox 9" id="9"/>
          <p:cNvSpPr txBox="true"/>
          <p:nvPr/>
        </p:nvSpPr>
        <p:spPr>
          <a:xfrm>
            <a:off x="4445000" y="11684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female</a:t>
            </a:r>
          </a:p>
        </p:txBody>
      </p:sp>
      <p:sp>
        <p:nvSpPr>
          <p:cNvPr name="TextBox 10" id="10"/>
          <p:cNvSpPr txBox="true"/>
          <p:nvPr/>
        </p:nvSpPr>
        <p:spPr>
          <a:xfrm>
            <a:off x="2984500" y="14732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yearBorn:</a:t>
            </a:r>
          </a:p>
        </p:txBody>
      </p:sp>
      <p:sp>
        <p:nvSpPr>
          <p:cNvPr name="TextBox 11" id="11"/>
          <p:cNvSpPr txBox="true"/>
          <p:nvPr/>
        </p:nvSpPr>
        <p:spPr>
          <a:xfrm>
            <a:off x="4445000" y="14732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1870</a:t>
            </a:r>
          </a:p>
        </p:txBody>
      </p:sp>
      <p:sp>
        <p:nvSpPr>
          <p:cNvPr name="TextBox 12" id="12"/>
          <p:cNvSpPr txBox="true"/>
          <p:nvPr/>
        </p:nvSpPr>
        <p:spPr>
          <a:xfrm>
            <a:off x="2984500" y="17780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yearDied:</a:t>
            </a:r>
          </a:p>
        </p:txBody>
      </p:sp>
      <p:sp>
        <p:nvSpPr>
          <p:cNvPr name="TextBox 13" id="13"/>
          <p:cNvSpPr txBox="true"/>
          <p:nvPr/>
        </p:nvSpPr>
        <p:spPr>
          <a:xfrm>
            <a:off x="4445000" y="17780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1948</a:t>
            </a:r>
          </a:p>
        </p:txBody>
      </p:sp>
      <p:sp>
        <p:nvSpPr>
          <p:cNvPr name="TextBox 14" id="14"/>
          <p:cNvSpPr txBox="true"/>
          <p:nvPr/>
        </p:nvSpPr>
        <p:spPr>
          <a:xfrm>
            <a:off x="2984500" y="20828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source:</a:t>
            </a:r>
          </a:p>
        </p:txBody>
      </p:sp>
      <p:sp>
        <p:nvSpPr>
          <p:cNvPr name="TextBox 15" id="15"/>
          <p:cNvSpPr txBox="true"/>
          <p:nvPr/>
        </p:nvSpPr>
        <p:spPr>
          <a:xfrm>
            <a:off x="4445000" y="20828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Royal 92 GEDCOM file</a:t>
            </a:r>
          </a:p>
        </p:txBody>
      </p:sp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2984500" y="2540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link: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4445000" y="2540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  <a:hlinkClick r:id="rId2" tooltip="http://royal-family.bitplan.com/index.php/Frederick_Harold"/>
              </a:rPr>
              <a:t>Frederick Harold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2984500" y="5588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name:</a:t>
            </a:r>
          </a:p>
        </p:txBody>
      </p:sp>
      <p:sp>
        <p:nvSpPr>
          <p:cNvPr name="TextBox 5" id="5"/>
          <p:cNvSpPr txBox="true"/>
          <p:nvPr/>
        </p:nvSpPr>
        <p:spPr>
          <a:xfrm>
            <a:off x="4445000" y="5588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Frederick Harold</a:t>
            </a:r>
          </a:p>
        </p:txBody>
      </p:sp>
      <p:sp>
        <p:nvSpPr>
          <p:cNvPr name="TextBox 6" id="6"/>
          <p:cNvSpPr txBox="true"/>
          <p:nvPr/>
        </p:nvSpPr>
        <p:spPr>
          <a:xfrm>
            <a:off x="2984500" y="8636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nobleTitle:</a:t>
            </a:r>
          </a:p>
        </p:txBody>
      </p:sp>
      <p:sp>
        <p:nvSpPr>
          <p:cNvPr name="TextBox 7" id="7"/>
          <p:cNvSpPr txBox="true"/>
          <p:nvPr/>
        </p:nvSpPr>
        <p:spPr>
          <a:xfrm>
            <a:off x="4445000" y="8636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Princess</a:t>
            </a:r>
          </a:p>
        </p:txBody>
      </p:sp>
      <p:sp>
        <p:nvSpPr>
          <p:cNvPr name="TextBox 8" id="8"/>
          <p:cNvSpPr txBox="true"/>
          <p:nvPr/>
        </p:nvSpPr>
        <p:spPr>
          <a:xfrm>
            <a:off x="2984500" y="11684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sex:</a:t>
            </a:r>
          </a:p>
        </p:txBody>
      </p:sp>
      <p:sp>
        <p:nvSpPr>
          <p:cNvPr name="TextBox 9" id="9"/>
          <p:cNvSpPr txBox="true"/>
          <p:nvPr/>
        </p:nvSpPr>
        <p:spPr>
          <a:xfrm>
            <a:off x="4445000" y="11684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male</a:t>
            </a:r>
          </a:p>
        </p:txBody>
      </p:sp>
      <p:sp>
        <p:nvSpPr>
          <p:cNvPr name="TextBox 10" id="10"/>
          <p:cNvSpPr txBox="true"/>
          <p:nvPr/>
        </p:nvSpPr>
        <p:spPr>
          <a:xfrm>
            <a:off x="2984500" y="14732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yearBorn:</a:t>
            </a:r>
          </a:p>
        </p:txBody>
      </p:sp>
      <p:sp>
        <p:nvSpPr>
          <p:cNvPr name="TextBox 11" id="11"/>
          <p:cNvSpPr txBox="true"/>
          <p:nvPr/>
        </p:nvSpPr>
        <p:spPr>
          <a:xfrm>
            <a:off x="4445000" y="14732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1876</a:t>
            </a:r>
          </a:p>
        </p:txBody>
      </p:sp>
      <p:sp>
        <p:nvSpPr>
          <p:cNvPr name="TextBox 12" id="12"/>
          <p:cNvSpPr txBox="true"/>
          <p:nvPr/>
        </p:nvSpPr>
        <p:spPr>
          <a:xfrm>
            <a:off x="2984500" y="17780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yearDied:</a:t>
            </a:r>
          </a:p>
        </p:txBody>
      </p:sp>
      <p:sp>
        <p:nvSpPr>
          <p:cNvPr name="TextBox 13" id="13"/>
          <p:cNvSpPr txBox="true"/>
          <p:nvPr/>
        </p:nvSpPr>
        <p:spPr>
          <a:xfrm>
            <a:off x="4445000" y="17780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1876</a:t>
            </a:r>
          </a:p>
        </p:txBody>
      </p:sp>
      <p:sp>
        <p:nvSpPr>
          <p:cNvPr name="TextBox 14" id="14"/>
          <p:cNvSpPr txBox="true"/>
          <p:nvPr/>
        </p:nvSpPr>
        <p:spPr>
          <a:xfrm>
            <a:off x="2984500" y="20828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source:</a:t>
            </a:r>
          </a:p>
        </p:txBody>
      </p:sp>
      <p:sp>
        <p:nvSpPr>
          <p:cNvPr name="TextBox 15" id="15"/>
          <p:cNvSpPr txBox="true"/>
          <p:nvPr/>
        </p:nvSpPr>
        <p:spPr>
          <a:xfrm>
            <a:off x="4445000" y="20828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Royal 92 GEDCOM file</a:t>
            </a:r>
          </a:p>
        </p:txBody>
      </p:sp>
    </p:spTree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2984500" y="2540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link: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4445000" y="2540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  <a:hlinkClick r:id="rId2" tooltip="http://royal-family.bitplan.com/index.php/Margaret_of_Sweden"/>
              </a:rPr>
              <a:t>Margaret of_Sweden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2984500" y="5588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name:</a:t>
            </a:r>
          </a:p>
        </p:txBody>
      </p:sp>
      <p:sp>
        <p:nvSpPr>
          <p:cNvPr name="TextBox 5" id="5"/>
          <p:cNvSpPr txBox="true"/>
          <p:nvPr/>
        </p:nvSpPr>
        <p:spPr>
          <a:xfrm>
            <a:off x="4445000" y="5588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Margaret of_Sweden</a:t>
            </a:r>
          </a:p>
        </p:txBody>
      </p:sp>
      <p:sp>
        <p:nvSpPr>
          <p:cNvPr name="TextBox 6" id="6"/>
          <p:cNvSpPr txBox="true"/>
          <p:nvPr/>
        </p:nvSpPr>
        <p:spPr>
          <a:xfrm>
            <a:off x="2984500" y="8636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nobleTitle:</a:t>
            </a:r>
          </a:p>
        </p:txBody>
      </p:sp>
      <p:sp>
        <p:nvSpPr>
          <p:cNvPr name="TextBox 7" id="7"/>
          <p:cNvSpPr txBox="true"/>
          <p:nvPr/>
        </p:nvSpPr>
        <p:spPr>
          <a:xfrm>
            <a:off x="4445000" y="8636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Crown Princess</a:t>
            </a:r>
          </a:p>
        </p:txBody>
      </p:sp>
      <p:sp>
        <p:nvSpPr>
          <p:cNvPr name="TextBox 8" id="8"/>
          <p:cNvSpPr txBox="true"/>
          <p:nvPr/>
        </p:nvSpPr>
        <p:spPr>
          <a:xfrm>
            <a:off x="2984500" y="11684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sex:</a:t>
            </a:r>
          </a:p>
        </p:txBody>
      </p:sp>
      <p:sp>
        <p:nvSpPr>
          <p:cNvPr name="TextBox 9" id="9"/>
          <p:cNvSpPr txBox="true"/>
          <p:nvPr/>
        </p:nvSpPr>
        <p:spPr>
          <a:xfrm>
            <a:off x="4445000" y="11684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female</a:t>
            </a:r>
          </a:p>
        </p:txBody>
      </p:sp>
      <p:sp>
        <p:nvSpPr>
          <p:cNvPr name="TextBox 10" id="10"/>
          <p:cNvSpPr txBox="true"/>
          <p:nvPr/>
        </p:nvSpPr>
        <p:spPr>
          <a:xfrm>
            <a:off x="2984500" y="14732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yearBorn:</a:t>
            </a:r>
          </a:p>
        </p:txBody>
      </p:sp>
      <p:sp>
        <p:nvSpPr>
          <p:cNvPr name="TextBox 11" id="11"/>
          <p:cNvSpPr txBox="true"/>
          <p:nvPr/>
        </p:nvSpPr>
        <p:spPr>
          <a:xfrm>
            <a:off x="4445000" y="14732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1882</a:t>
            </a:r>
          </a:p>
        </p:txBody>
      </p:sp>
      <p:sp>
        <p:nvSpPr>
          <p:cNvPr name="TextBox 12" id="12"/>
          <p:cNvSpPr txBox="true"/>
          <p:nvPr/>
        </p:nvSpPr>
        <p:spPr>
          <a:xfrm>
            <a:off x="2984500" y="17780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birthPlace:</a:t>
            </a:r>
          </a:p>
        </p:txBody>
      </p:sp>
      <p:sp>
        <p:nvSpPr>
          <p:cNvPr name="TextBox 13" id="13"/>
          <p:cNvSpPr txBox="true"/>
          <p:nvPr/>
        </p:nvSpPr>
        <p:spPr>
          <a:xfrm>
            <a:off x="4445000" y="17780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Bagshot Park</a:t>
            </a:r>
          </a:p>
        </p:txBody>
      </p:sp>
      <p:sp>
        <p:nvSpPr>
          <p:cNvPr name="TextBox 14" id="14"/>
          <p:cNvSpPr txBox="true"/>
          <p:nvPr/>
        </p:nvSpPr>
        <p:spPr>
          <a:xfrm>
            <a:off x="2984500" y="20828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yearDied:</a:t>
            </a:r>
          </a:p>
        </p:txBody>
      </p:sp>
      <p:sp>
        <p:nvSpPr>
          <p:cNvPr name="TextBox 15" id="15"/>
          <p:cNvSpPr txBox="true"/>
          <p:nvPr/>
        </p:nvSpPr>
        <p:spPr>
          <a:xfrm>
            <a:off x="4445000" y="20828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1920</a:t>
            </a:r>
          </a:p>
        </p:txBody>
      </p:sp>
      <p:sp>
        <p:nvSpPr>
          <p:cNvPr name="TextBox 16" id="16"/>
          <p:cNvSpPr txBox="true"/>
          <p:nvPr/>
        </p:nvSpPr>
        <p:spPr>
          <a:xfrm>
            <a:off x="2984500" y="23876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diedAt:</a:t>
            </a:r>
          </a:p>
        </p:txBody>
      </p:sp>
      <p:sp>
        <p:nvSpPr>
          <p:cNvPr name="TextBox 17" id="17"/>
          <p:cNvSpPr txBox="true"/>
          <p:nvPr/>
        </p:nvSpPr>
        <p:spPr>
          <a:xfrm>
            <a:off x="4445000" y="23876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Stockholm,Sweden</a:t>
            </a:r>
          </a:p>
        </p:txBody>
      </p:sp>
      <p:sp>
        <p:nvSpPr>
          <p:cNvPr name="TextBox 18" id="18"/>
          <p:cNvSpPr txBox="true"/>
          <p:nvPr/>
        </p:nvSpPr>
        <p:spPr>
          <a:xfrm>
            <a:off x="2984500" y="26924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source:</a:t>
            </a:r>
          </a:p>
        </p:txBody>
      </p:sp>
      <p:sp>
        <p:nvSpPr>
          <p:cNvPr name="TextBox 19" id="19"/>
          <p:cNvSpPr txBox="true"/>
          <p:nvPr/>
        </p:nvSpPr>
        <p:spPr>
          <a:xfrm>
            <a:off x="4445000" y="26924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Royal 92 GEDCOM file</a:t>
            </a:r>
          </a:p>
        </p:txBody>
      </p:sp>
    </p:spTree>
  </p:cSld>
  <p:clrMapOvr>
    <a:masterClrMapping/>
  </p:clrMapOvr>
</p:sld>
</file>

<file path=ppt/slides/slide4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2984500" y="2540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link: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4445000" y="2540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  <a:hlinkClick r:id="rId2" tooltip="http://royal-family.bitplan.com/index.php/Arthur_of_Connaught"/>
              </a:rPr>
              <a:t>Arthur of_Connaught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2984500" y="5588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name:</a:t>
            </a:r>
          </a:p>
        </p:txBody>
      </p:sp>
      <p:sp>
        <p:nvSpPr>
          <p:cNvPr name="TextBox 5" id="5"/>
          <p:cNvSpPr txBox="true"/>
          <p:nvPr/>
        </p:nvSpPr>
        <p:spPr>
          <a:xfrm>
            <a:off x="4445000" y="5588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Arthur of_Connaught</a:t>
            </a:r>
          </a:p>
        </p:txBody>
      </p:sp>
      <p:sp>
        <p:nvSpPr>
          <p:cNvPr name="TextBox 6" id="6"/>
          <p:cNvSpPr txBox="true"/>
          <p:nvPr/>
        </p:nvSpPr>
        <p:spPr>
          <a:xfrm>
            <a:off x="2984500" y="8636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nobleTitle:</a:t>
            </a:r>
          </a:p>
        </p:txBody>
      </p:sp>
      <p:sp>
        <p:nvSpPr>
          <p:cNvPr name="TextBox 7" id="7"/>
          <p:cNvSpPr txBox="true"/>
          <p:nvPr/>
        </p:nvSpPr>
        <p:spPr>
          <a:xfrm>
            <a:off x="4445000" y="8636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Duke</a:t>
            </a:r>
          </a:p>
        </p:txBody>
      </p:sp>
      <p:sp>
        <p:nvSpPr>
          <p:cNvPr name="TextBox 8" id="8"/>
          <p:cNvSpPr txBox="true"/>
          <p:nvPr/>
        </p:nvSpPr>
        <p:spPr>
          <a:xfrm>
            <a:off x="2984500" y="11684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sex:</a:t>
            </a:r>
          </a:p>
        </p:txBody>
      </p:sp>
      <p:sp>
        <p:nvSpPr>
          <p:cNvPr name="TextBox 9" id="9"/>
          <p:cNvSpPr txBox="true"/>
          <p:nvPr/>
        </p:nvSpPr>
        <p:spPr>
          <a:xfrm>
            <a:off x="4445000" y="11684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male</a:t>
            </a:r>
          </a:p>
        </p:txBody>
      </p:sp>
      <p:sp>
        <p:nvSpPr>
          <p:cNvPr name="TextBox 10" id="10"/>
          <p:cNvSpPr txBox="true"/>
          <p:nvPr/>
        </p:nvSpPr>
        <p:spPr>
          <a:xfrm>
            <a:off x="2984500" y="14732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yearBorn:</a:t>
            </a:r>
          </a:p>
        </p:txBody>
      </p:sp>
      <p:sp>
        <p:nvSpPr>
          <p:cNvPr name="TextBox 11" id="11"/>
          <p:cNvSpPr txBox="true"/>
          <p:nvPr/>
        </p:nvSpPr>
        <p:spPr>
          <a:xfrm>
            <a:off x="4445000" y="14732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1883</a:t>
            </a:r>
          </a:p>
        </p:txBody>
      </p:sp>
      <p:sp>
        <p:nvSpPr>
          <p:cNvPr name="TextBox 12" id="12"/>
          <p:cNvSpPr txBox="true"/>
          <p:nvPr/>
        </p:nvSpPr>
        <p:spPr>
          <a:xfrm>
            <a:off x="2984500" y="17780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yearDied:</a:t>
            </a:r>
          </a:p>
        </p:txBody>
      </p:sp>
      <p:sp>
        <p:nvSpPr>
          <p:cNvPr name="TextBox 13" id="13"/>
          <p:cNvSpPr txBox="true"/>
          <p:nvPr/>
        </p:nvSpPr>
        <p:spPr>
          <a:xfrm>
            <a:off x="4445000" y="17780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1938</a:t>
            </a:r>
          </a:p>
        </p:txBody>
      </p:sp>
      <p:sp>
        <p:nvSpPr>
          <p:cNvPr name="TextBox 14" id="14"/>
          <p:cNvSpPr txBox="true"/>
          <p:nvPr/>
        </p:nvSpPr>
        <p:spPr>
          <a:xfrm>
            <a:off x="2984500" y="20828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source:</a:t>
            </a:r>
          </a:p>
        </p:txBody>
      </p:sp>
      <p:sp>
        <p:nvSpPr>
          <p:cNvPr name="TextBox 15" id="15"/>
          <p:cNvSpPr txBox="true"/>
          <p:nvPr/>
        </p:nvSpPr>
        <p:spPr>
          <a:xfrm>
            <a:off x="4445000" y="20828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Royal 92 GEDCOM file</a:t>
            </a:r>
          </a:p>
        </p:txBody>
      </p:sp>
    </p:spTree>
  </p:cSld>
  <p:clrMapOvr>
    <a:masterClrMapping/>
  </p:clrMapOvr>
</p:sld>
</file>

<file path=ppt/slides/slide4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2984500" y="2540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link: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4445000" y="2540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  <a:hlinkClick r:id="rId2" tooltip="http://royal-family.bitplan.com/index.php/Patricia"/>
              </a:rPr>
              <a:t>Patricia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2984500" y="5588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name:</a:t>
            </a:r>
          </a:p>
        </p:txBody>
      </p:sp>
      <p:sp>
        <p:nvSpPr>
          <p:cNvPr name="TextBox 5" id="5"/>
          <p:cNvSpPr txBox="true"/>
          <p:nvPr/>
        </p:nvSpPr>
        <p:spPr>
          <a:xfrm>
            <a:off x="4445000" y="5588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Patricia</a:t>
            </a:r>
          </a:p>
        </p:txBody>
      </p:sp>
      <p:sp>
        <p:nvSpPr>
          <p:cNvPr name="TextBox 6" id="6"/>
          <p:cNvSpPr txBox="true"/>
          <p:nvPr/>
        </p:nvSpPr>
        <p:spPr>
          <a:xfrm>
            <a:off x="2984500" y="8636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nobleTitle:</a:t>
            </a:r>
          </a:p>
        </p:txBody>
      </p:sp>
      <p:sp>
        <p:nvSpPr>
          <p:cNvPr name="TextBox 7" id="7"/>
          <p:cNvSpPr txBox="true"/>
          <p:nvPr/>
        </p:nvSpPr>
        <p:spPr>
          <a:xfrm>
            <a:off x="4445000" y="8636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Lady Ramsay</a:t>
            </a:r>
          </a:p>
        </p:txBody>
      </p:sp>
      <p:sp>
        <p:nvSpPr>
          <p:cNvPr name="TextBox 8" id="8"/>
          <p:cNvSpPr txBox="true"/>
          <p:nvPr/>
        </p:nvSpPr>
        <p:spPr>
          <a:xfrm>
            <a:off x="2984500" y="11684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sex:</a:t>
            </a:r>
          </a:p>
        </p:txBody>
      </p:sp>
      <p:sp>
        <p:nvSpPr>
          <p:cNvPr name="TextBox 9" id="9"/>
          <p:cNvSpPr txBox="true"/>
          <p:nvPr/>
        </p:nvSpPr>
        <p:spPr>
          <a:xfrm>
            <a:off x="4445000" y="11684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female</a:t>
            </a:r>
          </a:p>
        </p:txBody>
      </p:sp>
      <p:sp>
        <p:nvSpPr>
          <p:cNvPr name="TextBox 10" id="10"/>
          <p:cNvSpPr txBox="true"/>
          <p:nvPr/>
        </p:nvSpPr>
        <p:spPr>
          <a:xfrm>
            <a:off x="2984500" y="14732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yearBorn:</a:t>
            </a:r>
          </a:p>
        </p:txBody>
      </p:sp>
      <p:sp>
        <p:nvSpPr>
          <p:cNvPr name="TextBox 11" id="11"/>
          <p:cNvSpPr txBox="true"/>
          <p:nvPr/>
        </p:nvSpPr>
        <p:spPr>
          <a:xfrm>
            <a:off x="4445000" y="14732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1886</a:t>
            </a:r>
          </a:p>
        </p:txBody>
      </p:sp>
      <p:sp>
        <p:nvSpPr>
          <p:cNvPr name="TextBox 12" id="12"/>
          <p:cNvSpPr txBox="true"/>
          <p:nvPr/>
        </p:nvSpPr>
        <p:spPr>
          <a:xfrm>
            <a:off x="2984500" y="17780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yearDied:</a:t>
            </a:r>
          </a:p>
        </p:txBody>
      </p:sp>
      <p:sp>
        <p:nvSpPr>
          <p:cNvPr name="TextBox 13" id="13"/>
          <p:cNvSpPr txBox="true"/>
          <p:nvPr/>
        </p:nvSpPr>
        <p:spPr>
          <a:xfrm>
            <a:off x="4445000" y="17780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1974</a:t>
            </a:r>
          </a:p>
        </p:txBody>
      </p:sp>
      <p:sp>
        <p:nvSpPr>
          <p:cNvPr name="TextBox 14" id="14"/>
          <p:cNvSpPr txBox="true"/>
          <p:nvPr/>
        </p:nvSpPr>
        <p:spPr>
          <a:xfrm>
            <a:off x="2984500" y="20828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source:</a:t>
            </a:r>
          </a:p>
        </p:txBody>
      </p:sp>
      <p:sp>
        <p:nvSpPr>
          <p:cNvPr name="TextBox 15" id="15"/>
          <p:cNvSpPr txBox="true"/>
          <p:nvPr/>
        </p:nvSpPr>
        <p:spPr>
          <a:xfrm>
            <a:off x="4445000" y="20828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Royal 92 GEDCOM file</a:t>
            </a:r>
          </a:p>
        </p:txBody>
      </p:sp>
    </p:spTree>
  </p:cSld>
  <p:clrMapOvr>
    <a:masterClrMapping/>
  </p:clrMapOvr>
</p:sld>
</file>

<file path=ppt/slides/slide4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2984500" y="2540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link: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4445000" y="2540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  <a:hlinkClick r:id="rId2" tooltip="http://royal-family.bitplan.com/index.php/Alice_of_Athlone"/>
              </a:rPr>
              <a:t>Alice of_Athlone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2984500" y="5588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name:</a:t>
            </a:r>
          </a:p>
        </p:txBody>
      </p:sp>
      <p:sp>
        <p:nvSpPr>
          <p:cNvPr name="TextBox 5" id="5"/>
          <p:cNvSpPr txBox="true"/>
          <p:nvPr/>
        </p:nvSpPr>
        <p:spPr>
          <a:xfrm>
            <a:off x="4445000" y="5588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Alice of_Athlone</a:t>
            </a:r>
          </a:p>
        </p:txBody>
      </p:sp>
      <p:sp>
        <p:nvSpPr>
          <p:cNvPr name="TextBox 6" id="6"/>
          <p:cNvSpPr txBox="true"/>
          <p:nvPr/>
        </p:nvSpPr>
        <p:spPr>
          <a:xfrm>
            <a:off x="2984500" y="8636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nobleTitle:</a:t>
            </a:r>
          </a:p>
        </p:txBody>
      </p:sp>
      <p:sp>
        <p:nvSpPr>
          <p:cNvPr name="TextBox 7" id="7"/>
          <p:cNvSpPr txBox="true"/>
          <p:nvPr/>
        </p:nvSpPr>
        <p:spPr>
          <a:xfrm>
            <a:off x="4445000" y="8636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Princess</a:t>
            </a:r>
          </a:p>
        </p:txBody>
      </p:sp>
      <p:sp>
        <p:nvSpPr>
          <p:cNvPr name="TextBox 8" id="8"/>
          <p:cNvSpPr txBox="true"/>
          <p:nvPr/>
        </p:nvSpPr>
        <p:spPr>
          <a:xfrm>
            <a:off x="2984500" y="11684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sex:</a:t>
            </a:r>
          </a:p>
        </p:txBody>
      </p:sp>
      <p:sp>
        <p:nvSpPr>
          <p:cNvPr name="TextBox 9" id="9"/>
          <p:cNvSpPr txBox="true"/>
          <p:nvPr/>
        </p:nvSpPr>
        <p:spPr>
          <a:xfrm>
            <a:off x="4445000" y="11684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female</a:t>
            </a:r>
          </a:p>
        </p:txBody>
      </p:sp>
      <p:sp>
        <p:nvSpPr>
          <p:cNvPr name="TextBox 10" id="10"/>
          <p:cNvSpPr txBox="true"/>
          <p:nvPr/>
        </p:nvSpPr>
        <p:spPr>
          <a:xfrm>
            <a:off x="2984500" y="14732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yearBorn:</a:t>
            </a:r>
          </a:p>
        </p:txBody>
      </p:sp>
      <p:sp>
        <p:nvSpPr>
          <p:cNvPr name="TextBox 11" id="11"/>
          <p:cNvSpPr txBox="true"/>
          <p:nvPr/>
        </p:nvSpPr>
        <p:spPr>
          <a:xfrm>
            <a:off x="4445000" y="14732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1883</a:t>
            </a:r>
          </a:p>
        </p:txBody>
      </p:sp>
      <p:sp>
        <p:nvSpPr>
          <p:cNvPr name="TextBox 12" id="12"/>
          <p:cNvSpPr txBox="true"/>
          <p:nvPr/>
        </p:nvSpPr>
        <p:spPr>
          <a:xfrm>
            <a:off x="2984500" y="17780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yearDied:</a:t>
            </a:r>
          </a:p>
        </p:txBody>
      </p:sp>
      <p:sp>
        <p:nvSpPr>
          <p:cNvPr name="TextBox 13" id="13"/>
          <p:cNvSpPr txBox="true"/>
          <p:nvPr/>
        </p:nvSpPr>
        <p:spPr>
          <a:xfrm>
            <a:off x="4445000" y="17780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1981</a:t>
            </a:r>
          </a:p>
        </p:txBody>
      </p:sp>
      <p:sp>
        <p:nvSpPr>
          <p:cNvPr name="TextBox 14" id="14"/>
          <p:cNvSpPr txBox="true"/>
          <p:nvPr/>
        </p:nvSpPr>
        <p:spPr>
          <a:xfrm>
            <a:off x="2984500" y="20828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source:</a:t>
            </a:r>
          </a:p>
        </p:txBody>
      </p:sp>
      <p:sp>
        <p:nvSpPr>
          <p:cNvPr name="TextBox 15" id="15"/>
          <p:cNvSpPr txBox="true"/>
          <p:nvPr/>
        </p:nvSpPr>
        <p:spPr>
          <a:xfrm>
            <a:off x="4445000" y="20828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Royal 92 GEDCOM file</a:t>
            </a:r>
          </a:p>
        </p:txBody>
      </p:sp>
    </p:spTree>
  </p:cSld>
  <p:clrMapOvr>
    <a:masterClrMapping/>
  </p:clrMapOvr>
</p:sld>
</file>

<file path=ppt/slides/slide4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2984500" y="2540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link: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4445000" y="2540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  <a:hlinkClick r:id="rId2" tooltip="http://royal-family.bitplan.com/index.php/Charles_Edward"/>
              </a:rPr>
              <a:t>Charles Edward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2984500" y="5588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name:</a:t>
            </a:r>
          </a:p>
        </p:txBody>
      </p:sp>
      <p:sp>
        <p:nvSpPr>
          <p:cNvPr name="TextBox 5" id="5"/>
          <p:cNvSpPr txBox="true"/>
          <p:nvPr/>
        </p:nvSpPr>
        <p:spPr>
          <a:xfrm>
            <a:off x="4445000" y="5588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Charles Edward</a:t>
            </a:r>
          </a:p>
        </p:txBody>
      </p:sp>
      <p:sp>
        <p:nvSpPr>
          <p:cNvPr name="TextBox 6" id="6"/>
          <p:cNvSpPr txBox="true"/>
          <p:nvPr/>
        </p:nvSpPr>
        <p:spPr>
          <a:xfrm>
            <a:off x="2984500" y="8636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nobleTitle:</a:t>
            </a:r>
          </a:p>
        </p:txBody>
      </p:sp>
      <p:sp>
        <p:nvSpPr>
          <p:cNvPr name="TextBox 7" id="7"/>
          <p:cNvSpPr txBox="true"/>
          <p:nvPr/>
        </p:nvSpPr>
        <p:spPr>
          <a:xfrm>
            <a:off x="4445000" y="8636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Duke</a:t>
            </a:r>
          </a:p>
        </p:txBody>
      </p:sp>
      <p:sp>
        <p:nvSpPr>
          <p:cNvPr name="TextBox 8" id="8"/>
          <p:cNvSpPr txBox="true"/>
          <p:nvPr/>
        </p:nvSpPr>
        <p:spPr>
          <a:xfrm>
            <a:off x="2984500" y="11684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sex:</a:t>
            </a:r>
          </a:p>
        </p:txBody>
      </p:sp>
      <p:sp>
        <p:nvSpPr>
          <p:cNvPr name="TextBox 9" id="9"/>
          <p:cNvSpPr txBox="true"/>
          <p:nvPr/>
        </p:nvSpPr>
        <p:spPr>
          <a:xfrm>
            <a:off x="4445000" y="11684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male</a:t>
            </a:r>
          </a:p>
        </p:txBody>
      </p:sp>
      <p:sp>
        <p:nvSpPr>
          <p:cNvPr name="TextBox 10" id="10"/>
          <p:cNvSpPr txBox="true"/>
          <p:nvPr/>
        </p:nvSpPr>
        <p:spPr>
          <a:xfrm>
            <a:off x="2984500" y="14732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yearBorn:</a:t>
            </a:r>
          </a:p>
        </p:txBody>
      </p:sp>
      <p:sp>
        <p:nvSpPr>
          <p:cNvPr name="TextBox 11" id="11"/>
          <p:cNvSpPr txBox="true"/>
          <p:nvPr/>
        </p:nvSpPr>
        <p:spPr>
          <a:xfrm>
            <a:off x="4445000" y="14732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1884</a:t>
            </a:r>
          </a:p>
        </p:txBody>
      </p:sp>
      <p:sp>
        <p:nvSpPr>
          <p:cNvPr name="TextBox 12" id="12"/>
          <p:cNvSpPr txBox="true"/>
          <p:nvPr/>
        </p:nvSpPr>
        <p:spPr>
          <a:xfrm>
            <a:off x="2984500" y="17780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yearDied:</a:t>
            </a:r>
          </a:p>
        </p:txBody>
      </p:sp>
      <p:sp>
        <p:nvSpPr>
          <p:cNvPr name="TextBox 13" id="13"/>
          <p:cNvSpPr txBox="true"/>
          <p:nvPr/>
        </p:nvSpPr>
        <p:spPr>
          <a:xfrm>
            <a:off x="4445000" y="17780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1954</a:t>
            </a:r>
          </a:p>
        </p:txBody>
      </p:sp>
      <p:sp>
        <p:nvSpPr>
          <p:cNvPr name="TextBox 14" id="14"/>
          <p:cNvSpPr txBox="true"/>
          <p:nvPr/>
        </p:nvSpPr>
        <p:spPr>
          <a:xfrm>
            <a:off x="2984500" y="20828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source:</a:t>
            </a:r>
          </a:p>
        </p:txBody>
      </p:sp>
      <p:sp>
        <p:nvSpPr>
          <p:cNvPr name="TextBox 15" id="15"/>
          <p:cNvSpPr txBox="true"/>
          <p:nvPr/>
        </p:nvSpPr>
        <p:spPr>
          <a:xfrm>
            <a:off x="4445000" y="20828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Royal 92 GEDCOM file</a:t>
            </a:r>
          </a:p>
        </p:txBody>
      </p:sp>
    </p:spTree>
  </p:cSld>
  <p:clrMapOvr>
    <a:masterClrMapping/>
  </p:clrMapOvr>
</p:sld>
</file>

<file path=ppt/slides/slide4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2984500" y="2540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link: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4445000" y="2540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  <a:hlinkClick r:id="rId2" tooltip="http://royal-family.bitplan.com/index.php/Alexander_of_Carisbrooke"/>
              </a:rPr>
              <a:t>Alexander of_Carisbrooke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2984500" y="5588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name:</a:t>
            </a:r>
          </a:p>
        </p:txBody>
      </p:sp>
      <p:sp>
        <p:nvSpPr>
          <p:cNvPr name="TextBox 5" id="5"/>
          <p:cNvSpPr txBox="true"/>
          <p:nvPr/>
        </p:nvSpPr>
        <p:spPr>
          <a:xfrm>
            <a:off x="4445000" y="5588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Alexander of_Carisbrooke</a:t>
            </a:r>
          </a:p>
        </p:txBody>
      </p:sp>
      <p:sp>
        <p:nvSpPr>
          <p:cNvPr name="TextBox 6" id="6"/>
          <p:cNvSpPr txBox="true"/>
          <p:nvPr/>
        </p:nvSpPr>
        <p:spPr>
          <a:xfrm>
            <a:off x="2984500" y="8636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nobleTitle:</a:t>
            </a:r>
          </a:p>
        </p:txBody>
      </p:sp>
      <p:sp>
        <p:nvSpPr>
          <p:cNvPr name="TextBox 7" id="7"/>
          <p:cNvSpPr txBox="true"/>
          <p:nvPr/>
        </p:nvSpPr>
        <p:spPr>
          <a:xfrm>
            <a:off x="4445000" y="8636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Marquess</a:t>
            </a:r>
          </a:p>
        </p:txBody>
      </p:sp>
      <p:sp>
        <p:nvSpPr>
          <p:cNvPr name="TextBox 8" id="8"/>
          <p:cNvSpPr txBox="true"/>
          <p:nvPr/>
        </p:nvSpPr>
        <p:spPr>
          <a:xfrm>
            <a:off x="2984500" y="11684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sex:</a:t>
            </a:r>
          </a:p>
        </p:txBody>
      </p:sp>
      <p:sp>
        <p:nvSpPr>
          <p:cNvPr name="TextBox 9" id="9"/>
          <p:cNvSpPr txBox="true"/>
          <p:nvPr/>
        </p:nvSpPr>
        <p:spPr>
          <a:xfrm>
            <a:off x="4445000" y="11684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male</a:t>
            </a:r>
          </a:p>
        </p:txBody>
      </p:sp>
      <p:sp>
        <p:nvSpPr>
          <p:cNvPr name="TextBox 10" id="10"/>
          <p:cNvSpPr txBox="true"/>
          <p:nvPr/>
        </p:nvSpPr>
        <p:spPr>
          <a:xfrm>
            <a:off x="2984500" y="14732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yearBorn:</a:t>
            </a:r>
          </a:p>
        </p:txBody>
      </p:sp>
      <p:sp>
        <p:nvSpPr>
          <p:cNvPr name="TextBox 11" id="11"/>
          <p:cNvSpPr txBox="true"/>
          <p:nvPr/>
        </p:nvSpPr>
        <p:spPr>
          <a:xfrm>
            <a:off x="4445000" y="14732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1886</a:t>
            </a:r>
          </a:p>
        </p:txBody>
      </p:sp>
      <p:sp>
        <p:nvSpPr>
          <p:cNvPr name="TextBox 12" id="12"/>
          <p:cNvSpPr txBox="true"/>
          <p:nvPr/>
        </p:nvSpPr>
        <p:spPr>
          <a:xfrm>
            <a:off x="2984500" y="17780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yearDied:</a:t>
            </a:r>
          </a:p>
        </p:txBody>
      </p:sp>
      <p:sp>
        <p:nvSpPr>
          <p:cNvPr name="TextBox 13" id="13"/>
          <p:cNvSpPr txBox="true"/>
          <p:nvPr/>
        </p:nvSpPr>
        <p:spPr>
          <a:xfrm>
            <a:off x="4445000" y="17780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1960</a:t>
            </a:r>
          </a:p>
        </p:txBody>
      </p:sp>
      <p:sp>
        <p:nvSpPr>
          <p:cNvPr name="TextBox 14" id="14"/>
          <p:cNvSpPr txBox="true"/>
          <p:nvPr/>
        </p:nvSpPr>
        <p:spPr>
          <a:xfrm>
            <a:off x="2984500" y="20828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diedAt:</a:t>
            </a:r>
          </a:p>
        </p:txBody>
      </p:sp>
      <p:sp>
        <p:nvSpPr>
          <p:cNvPr name="TextBox 15" id="15"/>
          <p:cNvSpPr txBox="true"/>
          <p:nvPr/>
        </p:nvSpPr>
        <p:spPr>
          <a:xfrm>
            <a:off x="4445000" y="20828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Whippingham Ch.,Isle of Wight,England</a:t>
            </a:r>
          </a:p>
        </p:txBody>
      </p:sp>
      <p:sp>
        <p:nvSpPr>
          <p:cNvPr name="TextBox 16" id="16"/>
          <p:cNvSpPr txBox="true"/>
          <p:nvPr/>
        </p:nvSpPr>
        <p:spPr>
          <a:xfrm>
            <a:off x="2984500" y="23876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source:</a:t>
            </a:r>
          </a:p>
        </p:txBody>
      </p:sp>
      <p:sp>
        <p:nvSpPr>
          <p:cNvPr name="TextBox 17" id="17"/>
          <p:cNvSpPr txBox="true"/>
          <p:nvPr/>
        </p:nvSpPr>
        <p:spPr>
          <a:xfrm>
            <a:off x="4445000" y="23876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Royal 92 GEDCOM file</a:t>
            </a:r>
          </a:p>
        </p:txBody>
      </p:sp>
    </p:spTree>
  </p:cSld>
  <p:clrMapOvr>
    <a:masterClrMapping/>
  </p:clrMapOvr>
</p:sld>
</file>

<file path=ppt/slides/slide4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2984500" y="2540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link: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4445000" y="2540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  <a:hlinkClick r:id="rId2" tooltip="http://royal-family.bitplan.com/index.php/Victoria_Eugenie_'Ena'"/>
              </a:rPr>
              <a:t>Victoria Eugenie 'Ena'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2984500" y="5588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name:</a:t>
            </a:r>
          </a:p>
        </p:txBody>
      </p:sp>
      <p:sp>
        <p:nvSpPr>
          <p:cNvPr name="TextBox 5" id="5"/>
          <p:cNvSpPr txBox="true"/>
          <p:nvPr/>
        </p:nvSpPr>
        <p:spPr>
          <a:xfrm>
            <a:off x="4445000" y="5588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Victoria Eugenie 'Ena'</a:t>
            </a:r>
          </a:p>
        </p:txBody>
      </p:sp>
      <p:sp>
        <p:nvSpPr>
          <p:cNvPr name="TextBox 6" id="6"/>
          <p:cNvSpPr txBox="true"/>
          <p:nvPr/>
        </p:nvSpPr>
        <p:spPr>
          <a:xfrm>
            <a:off x="2984500" y="8636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nobleTitle:</a:t>
            </a:r>
          </a:p>
        </p:txBody>
      </p:sp>
      <p:sp>
        <p:nvSpPr>
          <p:cNvPr name="TextBox 7" id="7"/>
          <p:cNvSpPr txBox="true"/>
          <p:nvPr/>
        </p:nvSpPr>
        <p:spPr>
          <a:xfrm>
            <a:off x="4445000" y="8636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Queen of Spain</a:t>
            </a:r>
          </a:p>
        </p:txBody>
      </p:sp>
      <p:sp>
        <p:nvSpPr>
          <p:cNvPr name="TextBox 8" id="8"/>
          <p:cNvSpPr txBox="true"/>
          <p:nvPr/>
        </p:nvSpPr>
        <p:spPr>
          <a:xfrm>
            <a:off x="2984500" y="11684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sex:</a:t>
            </a:r>
          </a:p>
        </p:txBody>
      </p:sp>
      <p:sp>
        <p:nvSpPr>
          <p:cNvPr name="TextBox 9" id="9"/>
          <p:cNvSpPr txBox="true"/>
          <p:nvPr/>
        </p:nvSpPr>
        <p:spPr>
          <a:xfrm>
            <a:off x="4445000" y="11684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female</a:t>
            </a:r>
          </a:p>
        </p:txBody>
      </p:sp>
      <p:sp>
        <p:nvSpPr>
          <p:cNvPr name="TextBox 10" id="10"/>
          <p:cNvSpPr txBox="true"/>
          <p:nvPr/>
        </p:nvSpPr>
        <p:spPr>
          <a:xfrm>
            <a:off x="2984500" y="14732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yearBorn:</a:t>
            </a:r>
          </a:p>
        </p:txBody>
      </p:sp>
      <p:sp>
        <p:nvSpPr>
          <p:cNvPr name="TextBox 11" id="11"/>
          <p:cNvSpPr txBox="true"/>
          <p:nvPr/>
        </p:nvSpPr>
        <p:spPr>
          <a:xfrm>
            <a:off x="4445000" y="14732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1887</a:t>
            </a:r>
          </a:p>
        </p:txBody>
      </p:sp>
      <p:sp>
        <p:nvSpPr>
          <p:cNvPr name="TextBox 12" id="12"/>
          <p:cNvSpPr txBox="true"/>
          <p:nvPr/>
        </p:nvSpPr>
        <p:spPr>
          <a:xfrm>
            <a:off x="2984500" y="17780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yearDied:</a:t>
            </a:r>
          </a:p>
        </p:txBody>
      </p:sp>
      <p:sp>
        <p:nvSpPr>
          <p:cNvPr name="TextBox 13" id="13"/>
          <p:cNvSpPr txBox="true"/>
          <p:nvPr/>
        </p:nvSpPr>
        <p:spPr>
          <a:xfrm>
            <a:off x="4445000" y="17780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1969</a:t>
            </a:r>
          </a:p>
        </p:txBody>
      </p:sp>
      <p:sp>
        <p:nvSpPr>
          <p:cNvPr name="TextBox 14" id="14"/>
          <p:cNvSpPr txBox="true"/>
          <p:nvPr/>
        </p:nvSpPr>
        <p:spPr>
          <a:xfrm>
            <a:off x="2984500" y="20828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diedAt:</a:t>
            </a:r>
          </a:p>
        </p:txBody>
      </p:sp>
      <p:sp>
        <p:nvSpPr>
          <p:cNvPr name="TextBox 15" id="15"/>
          <p:cNvSpPr txBox="true"/>
          <p:nvPr/>
        </p:nvSpPr>
        <p:spPr>
          <a:xfrm>
            <a:off x="4445000" y="20828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Lausanne</a:t>
            </a:r>
          </a:p>
        </p:txBody>
      </p:sp>
      <p:sp>
        <p:nvSpPr>
          <p:cNvPr name="TextBox 16" id="16"/>
          <p:cNvSpPr txBox="true"/>
          <p:nvPr/>
        </p:nvSpPr>
        <p:spPr>
          <a:xfrm>
            <a:off x="2984500" y="23876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source:</a:t>
            </a:r>
          </a:p>
        </p:txBody>
      </p:sp>
      <p:sp>
        <p:nvSpPr>
          <p:cNvPr name="TextBox 17" id="17"/>
          <p:cNvSpPr txBox="true"/>
          <p:nvPr/>
        </p:nvSpPr>
        <p:spPr>
          <a:xfrm>
            <a:off x="4445000" y="23876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Royal 92 GEDCOM file</a:t>
            </a:r>
          </a:p>
        </p:txBody>
      </p:sp>
    </p:spTree>
  </p:cSld>
  <p:clrMapOvr>
    <a:masterClrMapping/>
  </p:clrMapOvr>
</p:sld>
</file>

<file path=ppt/slides/slide4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2984500" y="2540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link: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4445000" y="2540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  <a:hlinkClick r:id="rId2" tooltip="http://royal-family.bitplan.com/index.php/Leopold"/>
              </a:rPr>
              <a:t>Leopold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2984500" y="5588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name:</a:t>
            </a:r>
          </a:p>
        </p:txBody>
      </p:sp>
      <p:sp>
        <p:nvSpPr>
          <p:cNvPr name="TextBox 5" id="5"/>
          <p:cNvSpPr txBox="true"/>
          <p:nvPr/>
        </p:nvSpPr>
        <p:spPr>
          <a:xfrm>
            <a:off x="4445000" y="5588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Leopold</a:t>
            </a:r>
          </a:p>
        </p:txBody>
      </p:sp>
      <p:sp>
        <p:nvSpPr>
          <p:cNvPr name="TextBox 6" id="6"/>
          <p:cNvSpPr txBox="true"/>
          <p:nvPr/>
        </p:nvSpPr>
        <p:spPr>
          <a:xfrm>
            <a:off x="2984500" y="8636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nobleTitle:</a:t>
            </a:r>
          </a:p>
        </p:txBody>
      </p:sp>
      <p:sp>
        <p:nvSpPr>
          <p:cNvPr name="TextBox 7" id="7"/>
          <p:cNvSpPr txBox="true"/>
          <p:nvPr/>
        </p:nvSpPr>
        <p:spPr>
          <a:xfrm>
            <a:off x="4445000" y="8636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Queen of Spain</a:t>
            </a:r>
          </a:p>
        </p:txBody>
      </p:sp>
      <p:sp>
        <p:nvSpPr>
          <p:cNvPr name="TextBox 8" id="8"/>
          <p:cNvSpPr txBox="true"/>
          <p:nvPr/>
        </p:nvSpPr>
        <p:spPr>
          <a:xfrm>
            <a:off x="2984500" y="11684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sex:</a:t>
            </a:r>
          </a:p>
        </p:txBody>
      </p:sp>
      <p:sp>
        <p:nvSpPr>
          <p:cNvPr name="TextBox 9" id="9"/>
          <p:cNvSpPr txBox="true"/>
          <p:nvPr/>
        </p:nvSpPr>
        <p:spPr>
          <a:xfrm>
            <a:off x="4445000" y="11684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male</a:t>
            </a:r>
          </a:p>
        </p:txBody>
      </p:sp>
      <p:sp>
        <p:nvSpPr>
          <p:cNvPr name="TextBox 10" id="10"/>
          <p:cNvSpPr txBox="true"/>
          <p:nvPr/>
        </p:nvSpPr>
        <p:spPr>
          <a:xfrm>
            <a:off x="2984500" y="14732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yearBorn:</a:t>
            </a:r>
          </a:p>
        </p:txBody>
      </p:sp>
      <p:sp>
        <p:nvSpPr>
          <p:cNvPr name="TextBox 11" id="11"/>
          <p:cNvSpPr txBox="true"/>
          <p:nvPr/>
        </p:nvSpPr>
        <p:spPr>
          <a:xfrm>
            <a:off x="4445000" y="14732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1889</a:t>
            </a:r>
          </a:p>
        </p:txBody>
      </p:sp>
      <p:sp>
        <p:nvSpPr>
          <p:cNvPr name="TextBox 12" id="12"/>
          <p:cNvSpPr txBox="true"/>
          <p:nvPr/>
        </p:nvSpPr>
        <p:spPr>
          <a:xfrm>
            <a:off x="2984500" y="17780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yearDied:</a:t>
            </a:r>
          </a:p>
        </p:txBody>
      </p:sp>
      <p:sp>
        <p:nvSpPr>
          <p:cNvPr name="TextBox 13" id="13"/>
          <p:cNvSpPr txBox="true"/>
          <p:nvPr/>
        </p:nvSpPr>
        <p:spPr>
          <a:xfrm>
            <a:off x="4445000" y="17780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1922</a:t>
            </a:r>
          </a:p>
        </p:txBody>
      </p:sp>
      <p:sp>
        <p:nvSpPr>
          <p:cNvPr name="TextBox 14" id="14"/>
          <p:cNvSpPr txBox="true"/>
          <p:nvPr/>
        </p:nvSpPr>
        <p:spPr>
          <a:xfrm>
            <a:off x="2984500" y="20828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source:</a:t>
            </a:r>
          </a:p>
        </p:txBody>
      </p:sp>
      <p:sp>
        <p:nvSpPr>
          <p:cNvPr name="TextBox 15" id="15"/>
          <p:cNvSpPr txBox="true"/>
          <p:nvPr/>
        </p:nvSpPr>
        <p:spPr>
          <a:xfrm>
            <a:off x="4445000" y="20828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Royal 92 GEDCOM file</a:t>
            </a:r>
          </a:p>
        </p:txBody>
      </p:sp>
    </p:spTree>
  </p:cSld>
  <p:clrMapOvr>
    <a:masterClrMapping/>
  </p:clrMapOvr>
</p:sld>
</file>

<file path=ppt/slides/slide5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2984500" y="2540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link: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4445000" y="2540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  <a:hlinkClick r:id="rId2" tooltip="http://royal-family.bitplan.com/index.php/Maurice"/>
              </a:rPr>
              <a:t>Maurice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2984500" y="5588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name:</a:t>
            </a:r>
          </a:p>
        </p:txBody>
      </p:sp>
      <p:sp>
        <p:nvSpPr>
          <p:cNvPr name="TextBox 5" id="5"/>
          <p:cNvSpPr txBox="true"/>
          <p:nvPr/>
        </p:nvSpPr>
        <p:spPr>
          <a:xfrm>
            <a:off x="4445000" y="5588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Maurice</a:t>
            </a:r>
          </a:p>
        </p:txBody>
      </p:sp>
      <p:sp>
        <p:nvSpPr>
          <p:cNvPr name="TextBox 6" id="6"/>
          <p:cNvSpPr txBox="true"/>
          <p:nvPr/>
        </p:nvSpPr>
        <p:spPr>
          <a:xfrm>
            <a:off x="2984500" y="8636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nobleTitle:</a:t>
            </a:r>
          </a:p>
        </p:txBody>
      </p:sp>
      <p:sp>
        <p:nvSpPr>
          <p:cNvPr name="TextBox 7" id="7"/>
          <p:cNvSpPr txBox="true"/>
          <p:nvPr/>
        </p:nvSpPr>
        <p:spPr>
          <a:xfrm>
            <a:off x="4445000" y="8636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Prince</a:t>
            </a:r>
          </a:p>
        </p:txBody>
      </p:sp>
      <p:sp>
        <p:nvSpPr>
          <p:cNvPr name="TextBox 8" id="8"/>
          <p:cNvSpPr txBox="true"/>
          <p:nvPr/>
        </p:nvSpPr>
        <p:spPr>
          <a:xfrm>
            <a:off x="2984500" y="11684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sex:</a:t>
            </a:r>
          </a:p>
        </p:txBody>
      </p:sp>
      <p:sp>
        <p:nvSpPr>
          <p:cNvPr name="TextBox 9" id="9"/>
          <p:cNvSpPr txBox="true"/>
          <p:nvPr/>
        </p:nvSpPr>
        <p:spPr>
          <a:xfrm>
            <a:off x="4445000" y="11684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male</a:t>
            </a:r>
          </a:p>
        </p:txBody>
      </p:sp>
      <p:sp>
        <p:nvSpPr>
          <p:cNvPr name="TextBox 10" id="10"/>
          <p:cNvSpPr txBox="true"/>
          <p:nvPr/>
        </p:nvSpPr>
        <p:spPr>
          <a:xfrm>
            <a:off x="2984500" y="14732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yearBorn:</a:t>
            </a:r>
          </a:p>
        </p:txBody>
      </p:sp>
      <p:sp>
        <p:nvSpPr>
          <p:cNvPr name="TextBox 11" id="11"/>
          <p:cNvSpPr txBox="true"/>
          <p:nvPr/>
        </p:nvSpPr>
        <p:spPr>
          <a:xfrm>
            <a:off x="4445000" y="14732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1891</a:t>
            </a:r>
          </a:p>
        </p:txBody>
      </p:sp>
      <p:sp>
        <p:nvSpPr>
          <p:cNvPr name="TextBox 12" id="12"/>
          <p:cNvSpPr txBox="true"/>
          <p:nvPr/>
        </p:nvSpPr>
        <p:spPr>
          <a:xfrm>
            <a:off x="2984500" y="17780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yearDied:</a:t>
            </a:r>
          </a:p>
        </p:txBody>
      </p:sp>
      <p:sp>
        <p:nvSpPr>
          <p:cNvPr name="TextBox 13" id="13"/>
          <p:cNvSpPr txBox="true"/>
          <p:nvPr/>
        </p:nvSpPr>
        <p:spPr>
          <a:xfrm>
            <a:off x="4445000" y="17780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1914</a:t>
            </a:r>
          </a:p>
        </p:txBody>
      </p:sp>
      <p:sp>
        <p:nvSpPr>
          <p:cNvPr name="TextBox 14" id="14"/>
          <p:cNvSpPr txBox="true"/>
          <p:nvPr/>
        </p:nvSpPr>
        <p:spPr>
          <a:xfrm>
            <a:off x="2984500" y="2082800"/>
            <a:ext cx="14605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00"/>
                </a:solidFill>
              </a:rPr>
              <a:t>source:</a:t>
            </a:r>
          </a:p>
        </p:txBody>
      </p:sp>
      <p:sp>
        <p:nvSpPr>
          <p:cNvPr name="TextBox 15" id="15"/>
          <p:cNvSpPr txBox="true"/>
          <p:nvPr/>
        </p:nvSpPr>
        <p:spPr>
          <a:xfrm>
            <a:off x="4445000" y="2082800"/>
            <a:ext cx="4445000" cy="304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de-DE"/>
              <a:t/>
            </a:r>
            <a:endParaRPr lang="en-US" sz="1100"/>
          </a:p>
          <a:p>
            <a:r>
              <a:rPr lang="en-US" sz="1600">
                <a:solidFill>
                  <a:srgbClr val="0000FF"/>
                </a:solidFill>
              </a:rPr>
              <a:t>Royal 92 GEDCOM file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  <dc:title>Queen Victoria</dc:title>
</cp:coreProperties>
</file>