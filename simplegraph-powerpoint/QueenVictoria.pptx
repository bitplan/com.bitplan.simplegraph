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place of birth (P19) = Kensington Palace (Q207385)</a:t>
            </a:r>
          </a:p>
          <a:p>
            <a:pPr lvl="0"/>
            <a:r>
              <a:rPr lang="en-US"/>
              <a:t>sex or gender (P21) = female (Q6581072)</a:t>
            </a:r>
          </a:p>
          <a:p>
            <a:pPr lvl="0"/>
            <a:r>
              <a:rPr lang="en-US"/>
              <a:t>place of death (P20) = Osborne House (Q565155)</a:t>
            </a:r>
          </a:p>
          <a:p>
            <a:pPr lvl="0"/>
            <a:r>
              <a:rPr lang="en-US"/>
              <a:t>father (P22) = Prince Edward Augustus, Duke of Kent and Strathearn (Q157009)</a:t>
            </a:r>
          </a:p>
          <a:p>
            <a:pPr lvl="0"/>
            <a:r>
              <a:rPr lang="en-US"/>
              <a:t>mother (P25) = Princess Victoria of Saxe-Coburg-Saalfeld (Q58067)</a:t>
            </a:r>
          </a:p>
          <a:p>
            <a:pPr lvl="0"/>
            <a:r>
              <a:rPr lang="en-US"/>
              <a:t>date of birth (P569) = 1819-05-24</a:t>
            </a:r>
          </a:p>
          <a:p>
            <a:pPr lvl="0"/>
            <a:r>
              <a:rPr lang="en-US"/>
              <a:t>date of death (P570) = 1901-01-22</a:t>
            </a:r>
          </a:p>
          <a:p>
            <a:pPr lvl="0"/>
            <a:r>
              <a:rPr lang="en-US"/>
              <a:t>monogram (P1543) = Royal Monogram of Queen Victoria of Great Britain.svg</a:t>
            </a:r>
          </a:p>
          <a:p>
            <a:pPr lvl="0"/>
            <a:r>
              <a:rPr lang="en-US"/>
              <a:t>signature (P109) = Queen Victoria Signature.svg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date of birth (P569) = 1840-11-21</a:t>
            </a:r>
          </a:p>
          <a:p>
            <a:pPr lvl="0"/>
            <a:r>
              <a:rPr lang="en-US"/>
              <a:t>date of death (P570) = 1901-08-05</a:t>
            </a:r>
          </a:p>
          <a:p>
            <a:pPr lvl="0"/>
            <a:r>
              <a:rPr lang="en-US"/>
              <a:t>place of birth (P19) = [http://www.wikidata.org/entity/Q42182 (item), http://www.wikidata.org/entity/Q84 (item)]</a:t>
            </a:r>
          </a:p>
          <a:p>
            <a:pPr lvl="0"/>
            <a:r>
              <a:rPr lang="en-US"/>
              <a:t>monogram (P1543) = Royal Monogram of Empress Victoria of Germany.svg</a:t>
            </a:r>
          </a:p>
          <a:p>
            <a:pPr lvl="0"/>
            <a:r>
              <a:rPr lang="en-US"/>
              <a:t>sex or gender (P21) = female (Q6581072)</a:t>
            </a:r>
          </a:p>
          <a:p>
            <a:pPr lvl="0"/>
            <a:r>
              <a:rPr lang="en-US"/>
              <a:t>place of death (P20) = Schlosshotel Kronberg (Q510121)</a:t>
            </a:r>
          </a:p>
          <a:p>
            <a:pPr lvl="0"/>
            <a:r>
              <a:rPr lang="en-US"/>
              <a:t>signature (P109) = Signature of Princess Royal Victoria.svg</a:t>
            </a:r>
          </a:p>
          <a:p>
            <a:pPr lvl="0"/>
            <a:r>
              <a:rPr lang="en-US"/>
              <a:t>father (P22) = Albert, Prince Consort (Q152245)</a:t>
            </a:r>
          </a:p>
          <a:p>
            <a:pPr lvl="0"/>
            <a:r>
              <a:rPr lang="en-US"/>
              <a:t>mother (P25) = Queen Victoria (Q9439)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place of birth (P19) = Buckingham Palace (Q42182)</a:t>
            </a:r>
          </a:p>
          <a:p>
            <a:pPr lvl="0"/>
            <a:r>
              <a:rPr lang="en-US"/>
              <a:t>sex or gender (P21) = male (Q6581097)</a:t>
            </a:r>
          </a:p>
          <a:p>
            <a:pPr lvl="0"/>
            <a:r>
              <a:rPr lang="en-US"/>
              <a:t>place of death (P20) = Buckingham Palace (Q42182)</a:t>
            </a:r>
          </a:p>
          <a:p>
            <a:pPr lvl="0"/>
            <a:r>
              <a:rPr lang="en-US"/>
              <a:t>father (P22) = Albert, Prince Consort (Q152245)</a:t>
            </a:r>
          </a:p>
          <a:p>
            <a:pPr lvl="0"/>
            <a:r>
              <a:rPr lang="en-US"/>
              <a:t>mother (P25) = Queen Victoria (Q9439)</a:t>
            </a:r>
          </a:p>
          <a:p>
            <a:pPr lvl="0"/>
            <a:r>
              <a:rPr lang="en-US"/>
              <a:t>date of birth (P569) = 1841-11-09</a:t>
            </a:r>
          </a:p>
          <a:p>
            <a:pPr lvl="0"/>
            <a:r>
              <a:rPr lang="en-US"/>
              <a:t>date of death (P570) = 1910-05-06</a:t>
            </a:r>
          </a:p>
          <a:p>
            <a:pPr lvl="0"/>
            <a:r>
              <a:rPr lang="en-US"/>
              <a:t>monogram (P1543) = Cypher of Edward VII.svg</a:t>
            </a:r>
          </a:p>
          <a:p>
            <a:pPr lvl="0"/>
            <a:r>
              <a:rPr lang="en-US"/>
              <a:t>signature (P109) = EdwardVII Signature.svg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date of birth (P569) = 1843-04-25</a:t>
            </a:r>
          </a:p>
          <a:p>
            <a:pPr lvl="0"/>
            <a:r>
              <a:rPr lang="en-US"/>
              <a:t>date of death (P570) = 1878-12-14</a:t>
            </a:r>
          </a:p>
          <a:p>
            <a:pPr lvl="0"/>
            <a:r>
              <a:rPr lang="en-US"/>
              <a:t>place of birth (P19) = Buckingham Palace (Q42182)</a:t>
            </a:r>
          </a:p>
          <a:p>
            <a:pPr lvl="0"/>
            <a:r>
              <a:rPr lang="en-US"/>
              <a:t>sex or gender (P21) = female (Q6581072)</a:t>
            </a:r>
          </a:p>
          <a:p>
            <a:pPr lvl="0"/>
            <a:r>
              <a:rPr lang="en-US"/>
              <a:t>place of death (P20) = Darmstadt (Q2973)</a:t>
            </a:r>
          </a:p>
          <a:p>
            <a:pPr lvl="0"/>
            <a:r>
              <a:rPr lang="en-US"/>
              <a:t>signature (P109) = Princess Alice's signature.svg</a:t>
            </a:r>
          </a:p>
          <a:p>
            <a:pPr lvl="0"/>
            <a:r>
              <a:rPr lang="en-US"/>
              <a:t>father (P22) = Albert, Prince Consort (Q152245)</a:t>
            </a:r>
          </a:p>
          <a:p>
            <a:pPr lvl="0"/>
            <a:r>
              <a:rPr lang="en-US"/>
              <a:t>mother (P25) = Queen Victoria (Q9439)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date of birth (P569) = 1844-08-06</a:t>
            </a:r>
          </a:p>
          <a:p>
            <a:pPr lvl="0"/>
            <a:r>
              <a:rPr lang="en-US"/>
              <a:t>date of death (P570) = [1900-07-30 (Prec.: day [-0 .. +0], PCal: Gregorian), 1900-07-31 (Prec.: day [-0 .. +0], PCal: Gregorian)]</a:t>
            </a:r>
          </a:p>
          <a:p>
            <a:pPr lvl="0"/>
            <a:r>
              <a:rPr lang="en-US"/>
              <a:t>place of birth (P19) = Windsor Castle (Q42646)</a:t>
            </a:r>
          </a:p>
          <a:p>
            <a:pPr lvl="0"/>
            <a:r>
              <a:rPr lang="en-US"/>
              <a:t>monogram (P1543) = ["Royal Monogram of Prince Alfred as Duke of Edinburgh.svg", "Royal Monogram of Prince Alfred as Duke of Saxe-Coburg and Gotha.svg"]</a:t>
            </a:r>
          </a:p>
          <a:p>
            <a:pPr lvl="0"/>
            <a:r>
              <a:rPr lang="en-US"/>
              <a:t>sex or gender (P21) = male (Q6581097)</a:t>
            </a:r>
          </a:p>
          <a:p>
            <a:pPr lvl="0"/>
            <a:r>
              <a:rPr lang="en-US"/>
              <a:t>place of death (P20) = Schloss Rosenau (Q449510)</a:t>
            </a:r>
          </a:p>
          <a:p>
            <a:pPr lvl="0"/>
            <a:r>
              <a:rPr lang="en-US"/>
              <a:t>signature (P109) = Prince Alfred's signature.svg</a:t>
            </a:r>
          </a:p>
          <a:p>
            <a:pPr lvl="0"/>
            <a:r>
              <a:rPr lang="en-US"/>
              <a:t>father (P22) = Albert, Prince Consort (Q152245)</a:t>
            </a:r>
          </a:p>
          <a:p>
            <a:pPr lvl="0"/>
            <a:r>
              <a:rPr lang="en-US"/>
              <a:t>mother (P25) = Queen Victoria (Q9439)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sex or gender (P21) = female (Q6581072)</a:t>
            </a:r>
          </a:p>
          <a:p>
            <a:pPr lvl="0"/>
            <a:r>
              <a:rPr lang="en-US"/>
              <a:t>place of death (P20) = Schomberg House (Q7432105)</a:t>
            </a:r>
          </a:p>
          <a:p>
            <a:pPr lvl="0"/>
            <a:r>
              <a:rPr lang="en-US"/>
              <a:t>signature (P109) = Princess Helena's signature.svg</a:t>
            </a:r>
          </a:p>
          <a:p>
            <a:pPr lvl="0"/>
            <a:r>
              <a:rPr lang="en-US"/>
              <a:t>father (P22) = Albert, Prince Consort (Q152245)</a:t>
            </a:r>
          </a:p>
          <a:p>
            <a:pPr lvl="0"/>
            <a:r>
              <a:rPr lang="en-US"/>
              <a:t>mother (P25) = Queen Victoria (Q9439)</a:t>
            </a:r>
          </a:p>
          <a:p>
            <a:pPr lvl="0"/>
            <a:r>
              <a:rPr lang="en-US"/>
              <a:t>date of birth (P569) = [1846-05-25 (Prec.: day [-0 .. +0], PCal: Gregorian), 1846-05-26 (Prec.: day [-0 .. +0], PCal: Gregorian), 1846-01-01 (Prec.: year [-0 .. +0], PCal: Gregorian)]</a:t>
            </a:r>
          </a:p>
          <a:p>
            <a:pPr lvl="0"/>
            <a:r>
              <a:rPr lang="en-US"/>
              <a:t>date of death (P570) = [1923-06-09 (Prec.: day [-0 .. +0], PCal: Gregorian), 1923-01-01 (Prec.: year [-0 .. +0], PCal: Gregorian)]</a:t>
            </a:r>
          </a:p>
          <a:p>
            <a:pPr lvl="0"/>
            <a:r>
              <a:rPr lang="en-US"/>
              <a:t>place of birth (P19) = Buckingham Palace (Q42182)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date of birth (P569) = [1848-03-18 (Prec.: day [-0 .. +0], PCal: Gregorian), 1848-01-01 (Prec.: year [-0 .. +0], PCal: Gregorian)]</a:t>
            </a:r>
          </a:p>
          <a:p>
            <a:pPr lvl="0"/>
            <a:r>
              <a:rPr lang="en-US"/>
              <a:t>date of death (P570) = [1939-12-03 (Prec.: day [-0 .. +0], PCal: Gregorian), 1939-01-01 (Prec.: year [-0 .. +0], PCal: Gregorian)]</a:t>
            </a:r>
          </a:p>
          <a:p>
            <a:pPr lvl="0"/>
            <a:r>
              <a:rPr lang="en-US"/>
              <a:t>place of birth (P19) = [http://www.wikidata.org/entity/Q42182 (item), http://www.wikidata.org/entity/Q84 (item)]</a:t>
            </a:r>
          </a:p>
          <a:p>
            <a:pPr lvl="0"/>
            <a:r>
              <a:rPr lang="en-US"/>
              <a:t>monogram (P1543) = Royal Monogram of Princess Louise of Great Britain.svg</a:t>
            </a:r>
          </a:p>
          <a:p>
            <a:pPr lvl="0"/>
            <a:r>
              <a:rPr lang="en-US"/>
              <a:t>sex or gender (P21) = female (Q6581072)</a:t>
            </a:r>
          </a:p>
          <a:p>
            <a:pPr lvl="0"/>
            <a:r>
              <a:rPr lang="en-US"/>
              <a:t>place of death (P20) = [http://www.wikidata.org/entity/Q207385 (item), http://www.wikidata.org/entity/Q84 (item)]</a:t>
            </a:r>
          </a:p>
          <a:p>
            <a:pPr lvl="0"/>
            <a:r>
              <a:rPr lang="en-US"/>
              <a:t>signature (P109) = Signature of Princess Louise, Duchess of Argyll.svg</a:t>
            </a:r>
          </a:p>
          <a:p>
            <a:pPr lvl="0"/>
            <a:r>
              <a:rPr lang="en-US"/>
              <a:t>father (P22) = Albert, Prince Consort (Q152245)</a:t>
            </a:r>
          </a:p>
          <a:p>
            <a:pPr lvl="0"/>
            <a:r>
              <a:rPr lang="en-US"/>
              <a:t>mother (P25) = Queen Victoria (Q9439)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date of birth (P569) = 1850-05-01</a:t>
            </a:r>
          </a:p>
          <a:p>
            <a:pPr lvl="0"/>
            <a:r>
              <a:rPr lang="en-US"/>
              <a:t>date of death (P570) = 1942-01-16</a:t>
            </a:r>
          </a:p>
          <a:p>
            <a:pPr lvl="0"/>
            <a:r>
              <a:rPr lang="en-US"/>
              <a:t>place of birth (P19) = Buckingham Palace (Q42182)</a:t>
            </a:r>
          </a:p>
          <a:p>
            <a:pPr lvl="0"/>
            <a:r>
              <a:rPr lang="en-US"/>
              <a:t>sex or gender (P21) = male (Q6581097)</a:t>
            </a:r>
          </a:p>
          <a:p>
            <a:pPr lvl="0"/>
            <a:r>
              <a:rPr lang="en-US"/>
              <a:t>place of death (P20) = Bagshot Park (Q582085)</a:t>
            </a:r>
          </a:p>
          <a:p>
            <a:pPr lvl="0"/>
            <a:r>
              <a:rPr lang="en-US"/>
              <a:t>signature (P109) = Prince Arthur's signature.svg</a:t>
            </a:r>
          </a:p>
          <a:p>
            <a:pPr lvl="0"/>
            <a:r>
              <a:rPr lang="en-US"/>
              <a:t>father (P22) = Albert, Prince Consort (Q152245)</a:t>
            </a:r>
          </a:p>
          <a:p>
            <a:pPr lvl="0"/>
            <a:r>
              <a:rPr lang="en-US"/>
              <a:t>mother (P25) = Queen Victoria (Q9439)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sex or gender (P21) = male (Q6581097)</a:t>
            </a:r>
          </a:p>
          <a:p>
            <a:pPr lvl="0"/>
            <a:r>
              <a:rPr lang="en-US"/>
              <a:t>place of death (P20) = Cannes (Q39984)</a:t>
            </a:r>
          </a:p>
          <a:p>
            <a:pPr lvl="0"/>
            <a:r>
              <a:rPr lang="en-US"/>
              <a:t>signature (P109) = Prince Leopold's signature.svg</a:t>
            </a:r>
          </a:p>
          <a:p>
            <a:pPr lvl="0"/>
            <a:r>
              <a:rPr lang="en-US"/>
              <a:t>father (P22) = Albert, Prince Consort (Q152245)</a:t>
            </a:r>
          </a:p>
          <a:p>
            <a:pPr lvl="0"/>
            <a:r>
              <a:rPr lang="en-US"/>
              <a:t>mother (P25) = Queen Victoria (Q9439)</a:t>
            </a:r>
          </a:p>
          <a:p>
            <a:pPr lvl="0"/>
            <a:r>
              <a:rPr lang="en-US"/>
              <a:t>date of birth (P569) = 1853-04-07</a:t>
            </a:r>
          </a:p>
          <a:p>
            <a:pPr lvl="0"/>
            <a:r>
              <a:rPr lang="en-US"/>
              <a:t>date of death (P570) = 1884-03-28</a:t>
            </a:r>
          </a:p>
          <a:p>
            <a:pPr lvl="0"/>
            <a:r>
              <a:rPr lang="en-US"/>
              <a:t>place of birth (P19) = Buckingham Palace (Q42182)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monogram (P1543) = Royal Monogram of Princess Beatrice of Battenberg.svg</a:t>
            </a:r>
          </a:p>
          <a:p>
            <a:pPr lvl="0"/>
            <a:r>
              <a:rPr lang="en-US"/>
              <a:t>sex or gender (P21) = female (Q6581072)</a:t>
            </a:r>
          </a:p>
          <a:p>
            <a:pPr lvl="0"/>
            <a:r>
              <a:rPr lang="en-US"/>
              <a:t>place of death (P20) = Brantridge Park (Q2547961)</a:t>
            </a:r>
          </a:p>
          <a:p>
            <a:pPr lvl="0"/>
            <a:r>
              <a:rPr lang="en-US"/>
              <a:t>signature (P109) = Princess Beatrice's signature.svg</a:t>
            </a:r>
          </a:p>
          <a:p>
            <a:pPr lvl="0"/>
            <a:r>
              <a:rPr lang="en-US"/>
              <a:t>father (P22) = Albert, Prince Consort (Q152245)</a:t>
            </a:r>
          </a:p>
          <a:p>
            <a:pPr lvl="0"/>
            <a:r>
              <a:rPr lang="en-US"/>
              <a:t>mother (P25) = Queen Victoria (Q9439)</a:t>
            </a:r>
          </a:p>
          <a:p>
            <a:pPr lvl="0"/>
            <a:r>
              <a:rPr lang="en-US"/>
              <a:t>date of birth (P569) = 1857-04-14</a:t>
            </a:r>
          </a:p>
          <a:p>
            <a:pPr lvl="0"/>
            <a:r>
              <a:rPr lang="en-US"/>
              <a:t>date of death (P570) = 1944-10-26</a:t>
            </a:r>
          </a:p>
          <a:p>
            <a:pPr lvl="0"/>
            <a:r>
              <a:rPr lang="en-US"/>
              <a:t>place of birth (P19) = Buckingham Palace (Q42182)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ools.wmflabs.org/sqid/#/view?id=Q9439" TargetMode="External" Type="http://schemas.openxmlformats.org/officeDocument/2006/relationships/hyperlink"/><Relationship Id="rId3" Target="../media/image1.jpe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ools.wmflabs.org/sqid/#/view?id=Q116728" TargetMode="External" Type="http://schemas.openxmlformats.org/officeDocument/2006/relationships/hyperlink"/><Relationship Id="rId3" Target="../media/image2.jpe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ools.wmflabs.org/sqid/#/view?id=Q20875" TargetMode="External" Type="http://schemas.openxmlformats.org/officeDocument/2006/relationships/hyperlink"/><Relationship Id="rId3" Target="../media/image3.jpe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ools.wmflabs.org/sqid/#/view?id=Q155566" TargetMode="External" Type="http://schemas.openxmlformats.org/officeDocument/2006/relationships/hyperlink"/><Relationship Id="rId3" Target="../media/image4.jpe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ools.wmflabs.org/sqid/#/view?id=Q158143" TargetMode="External" Type="http://schemas.openxmlformats.org/officeDocument/2006/relationships/hyperlink"/><Relationship Id="rId3" Target="../media/image5.jpe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ools.wmflabs.org/sqid/#/view?id=Q160539" TargetMode="External" Type="http://schemas.openxmlformats.org/officeDocument/2006/relationships/hyperlink"/><Relationship Id="rId3" Target="../media/image6.jpe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ools.wmflabs.org/sqid/#/view?id=Q161167" TargetMode="External" Type="http://schemas.openxmlformats.org/officeDocument/2006/relationships/hyperlink"/><Relationship Id="rId3" Target="../media/image7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ools.wmflabs.org/sqid/#/view?id=Q160558" TargetMode="External" Type="http://schemas.openxmlformats.org/officeDocument/2006/relationships/hyperlink"/><Relationship Id="rId3" Target="../media/image8.jpe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ools.wmflabs.org/sqid/#/view?id=Q160541" TargetMode="External" Type="http://schemas.openxmlformats.org/officeDocument/2006/relationships/hyperlink"/><Relationship Id="rId3" Target="../media/image9.jpe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ools.wmflabs.org/sqid/#/view?id=Q158140" TargetMode="External" Type="http://schemas.openxmlformats.org/officeDocument/2006/relationships/hyperlink"/><Relationship Id="rId3" Target="../media/image10.jpe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s://tools.wmflabs.org/sqid/#/view?id=Q9439"/>
              </a:rPr>
              <a:t>Victoria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540000" cy="3581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wikidata_id: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Q9439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image: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 by Bassano.jpg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 or gender: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 (Q6581072)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father: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200">
                <a:solidFill>
                  <a:srgbClr val="0000FF"/>
                </a:solidFill>
              </a:rPr>
              <a:t>Prince Edward Augustus, Duke of Kent and Strathearn (Q157009)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mother: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200">
                <a:solidFill>
                  <a:srgbClr val="0000FF"/>
                </a:solidFill>
              </a:rPr>
              <a:t>Princess Victoria of Saxe-Coburg-Saalfeld (Q58067)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birth: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1819-05-24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birth: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Kensington Palace (Q207385)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death: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1901-01-22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84500" y="2997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death: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445000" y="2997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Osborne House (Q565155)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2984500" y="3302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wiki_en: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445000" y="3302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2984500" y="3606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label_en: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445000" y="3606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Victoria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2984500" y="3911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4445000" y="3911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WikiData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s://tools.wmflabs.org/sqid/#/view?id=Q116728"/>
              </a:rPr>
              <a:t>Victoria, Princess Royal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540000" cy="3530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wikidata_id: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Q116728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image: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Empress Viktoria of Germany (1840-1901).png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 or gender: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 (Q6581072)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father: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Albert, Prince Consort (Q152245)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mother: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 (Q9439)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birth: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1840-11-21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death: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1901-08-05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death: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Schlosshotel Kronberg (Q510121)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84500" y="2997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wiki_en: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445000" y="2997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Victoria, Princess Royal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2984500" y="3302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label_en: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445000" y="3302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Victoria, Princess Royal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2984500" y="3606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445000" y="3606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WikiData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s://tools.wmflabs.org/sqid/#/view?id=Q20875"/>
              </a:rPr>
              <a:t>Edward VII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540000" cy="3949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wikidata_id: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Q20875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image: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King-Edward-VII (cropped).jpg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 or gender: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 (Q6581097)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father: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Albert, Prince Consort (Q152245)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mother: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 (Q9439)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birth: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1841-11-09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birth: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 Palace (Q42182)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death: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1910-05-06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84500" y="2997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death: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445000" y="2997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 Palace (Q42182)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2984500" y="3302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wiki_en: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445000" y="3302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Edward VII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2984500" y="3606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label_en: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445000" y="3606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Edward VII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2984500" y="3911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4445000" y="3911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WikiData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s://tools.wmflabs.org/sqid/#/view?id=Q155566"/>
              </a:rPr>
              <a:t>Princess Alice of the United Kingdom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540000" cy="3746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wikidata_id: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Q155566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image: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Alice, Princess Louis of Hesse.jpg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 or gender: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 (Q6581072)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father: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Albert, Prince Consort (Q152245)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mother: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 (Q9439)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birth: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1843-04-25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birth: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 Palace (Q42182)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death: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1878-12-14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84500" y="2997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death: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445000" y="2997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Darmstadt (Q2973)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2984500" y="3302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wiki_en: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445000" y="3302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Alice of the United Kingdom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2984500" y="3606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label_en: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445000" y="3606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Alice of the United Kingdom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2984500" y="3911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4445000" y="3911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WikiData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s://tools.wmflabs.org/sqid/#/view?id=Q158143"/>
              </a:rPr>
              <a:t>Alfred, Duke of Saxe-Coburg and Gotha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540000" cy="3251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wikidata_id: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Q158143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image: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Alfred duke of Edinburgh.jpg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 or gender: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 (Q6581097)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father: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Albert, Prince Consort (Q152245)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mother: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 (Q9439)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birth: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1844-08-06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birth: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Windsor Castle (Q42646)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death: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Schloss Rosenau (Q449510)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84500" y="2997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wiki_en: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445000" y="2997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Alfred, Duke of Saxe-Coburg and Gotha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2984500" y="3302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label_en: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445000" y="3302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Alfred, Duke of Saxe-Coburg and Gotha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2984500" y="3606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445000" y="3606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WikiData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s://tools.wmflabs.org/sqid/#/view?id=Q160539"/>
              </a:rPr>
              <a:t>Princess Helena of the United Kingdom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540000" cy="3378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wikidata_id: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Q160539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image: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200">
                <a:solidFill>
                  <a:srgbClr val="0000FF"/>
                </a:solidFill>
              </a:rPr>
              <a:t>Helena, Princess Christian of Schleswig-Holstein, 1887.jpg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 or gender: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 (Q6581072)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father: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Albert, Prince Consort (Q152245)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mother: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 (Q9439)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birth: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 Palace (Q42182)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death: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Schomberg House (Q7432105)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wiki_en: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Helena of the United Kingdom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84500" y="2997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label_en: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445000" y="2997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Helena of the United Kingdom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2984500" y="3302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445000" y="3302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WikiData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s://tools.wmflabs.org/sqid/#/view?id=Q161167"/>
              </a:rPr>
              <a:t>Princess Louise, Duchess of Argyll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540000" cy="3810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wikidata_id: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Q161167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image: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Louise 1881.png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 or gender: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 (Q6581072)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father: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Albert, Prince Consort (Q152245)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mother: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 (Q9439)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wiki_en: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Louise, Duchess of Argyll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label_en: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Louise, Duchess of Argyll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WikiData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s://tools.wmflabs.org/sqid/#/view?id=Q160558"/>
              </a:rPr>
              <a:t>Prince Arthur, Duke of Connaught and Strathearn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540000" cy="3467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wikidata_id: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Q160558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image: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200">
                <a:solidFill>
                  <a:srgbClr val="0000FF"/>
                </a:solidFill>
              </a:rPr>
              <a:t>Prince Arthur, 1st Duke of Connaught and Strathearn.jpg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 or gender: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 (Q6581097)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father: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Albert, Prince Consort (Q152245)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mother: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 (Q9439)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birth: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1850-05-01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birth: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 Palace (Q42182)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death: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1942-01-16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84500" y="2997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death: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445000" y="2997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Bagshot Park (Q582085)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2984500" y="3302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wiki_en: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445000" y="3302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200">
                <a:solidFill>
                  <a:srgbClr val="0000FF"/>
                </a:solidFill>
              </a:rPr>
              <a:t>Prince Arthur, Duke of Connaught and Strathearn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2984500" y="3606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label_en: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445000" y="3606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200">
                <a:solidFill>
                  <a:srgbClr val="0000FF"/>
                </a:solidFill>
              </a:rPr>
              <a:t>Prince Arthur, Duke of Connaught and Strathearn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2984500" y="3911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4445000" y="3911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WikiData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s://tools.wmflabs.org/sqid/#/view?id=Q160541"/>
              </a:rPr>
              <a:t>Prince Leopold, Duke of Albany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540000" cy="3543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wikidata_id: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Q160541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image: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 Leopold, Duke of Albany.png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 or gender: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 (Q6581097)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father: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Albert, Prince Consort (Q152245)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mother: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 (Q9439)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birth: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1853-04-07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birth: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 Palace (Q42182)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death: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1884-03-28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84500" y="2997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death: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445000" y="2997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Cannes (Q39984)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2984500" y="3302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wiki_en: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445000" y="3302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 Leopold, Duke of Albany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2984500" y="3606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label_en: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445000" y="3606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 Leopold, Duke of Albany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2984500" y="3911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4445000" y="3911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WikiData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s://tools.wmflabs.org/sqid/#/view?id=Q158140"/>
              </a:rPr>
              <a:t>Princess Beatrice of the United Kingdom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540000" cy="3949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wikidata_id: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Q158140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image: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Beatrice 1886.jpg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 or gender: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 (Q6581072)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father: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Albert, Prince Consort (Q152245)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mother: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Victoria (Q9439)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birth: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1857-04-14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birth: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 Palace (Q42182)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date of death: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1944-10-26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84500" y="2997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place of death: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445000" y="2997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Brantridge Park (Q2547961)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2984500" y="3302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wiki_en: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445000" y="3302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Beatrice of the United Kingdom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2984500" y="3606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label_en: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445000" y="3606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Beatrice of the United Kingdom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2984500" y="3911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4445000" y="3911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WikiData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  <dc:title>Queen Victoria</dc:title>
</cp:coreProperties>
</file>